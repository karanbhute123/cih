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  <p:sldMasterId id="2147483661" r:id="rId2"/>
    <p:sldMasterId id="2147483673" r:id="rId3"/>
  </p:sldMasterIdLst>
  <p:notesMasterIdLst>
    <p:notesMasterId r:id="rId34"/>
  </p:notesMasterIdLst>
  <p:sldIdLst>
    <p:sldId id="256" r:id="rId4"/>
    <p:sldId id="257" r:id="rId5"/>
    <p:sldId id="258" r:id="rId6"/>
    <p:sldId id="259" r:id="rId7"/>
    <p:sldId id="260" r:id="rId8"/>
    <p:sldId id="266" r:id="rId9"/>
    <p:sldId id="267" r:id="rId10"/>
    <p:sldId id="291" r:id="rId11"/>
    <p:sldId id="268" r:id="rId12"/>
    <p:sldId id="292" r:id="rId13"/>
    <p:sldId id="271" r:id="rId14"/>
    <p:sldId id="293" r:id="rId15"/>
    <p:sldId id="294" r:id="rId16"/>
    <p:sldId id="286" r:id="rId17"/>
    <p:sldId id="295" r:id="rId18"/>
    <p:sldId id="287" r:id="rId19"/>
    <p:sldId id="288" r:id="rId20"/>
    <p:sldId id="289" r:id="rId21"/>
    <p:sldId id="272" r:id="rId22"/>
    <p:sldId id="273" r:id="rId23"/>
    <p:sldId id="278" r:id="rId24"/>
    <p:sldId id="281" r:id="rId25"/>
    <p:sldId id="282" r:id="rId26"/>
    <p:sldId id="283" r:id="rId27"/>
    <p:sldId id="284" r:id="rId28"/>
    <p:sldId id="290" r:id="rId29"/>
    <p:sldId id="277" r:id="rId30"/>
    <p:sldId id="279" r:id="rId31"/>
    <p:sldId id="280" r:id="rId32"/>
    <p:sldId id="276" r:id="rId33"/>
  </p:sldIdLst>
  <p:sldSz cx="9144000" cy="6858000" type="screen4x3"/>
  <p:notesSz cx="6954838" cy="93091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5" roundtripDataSignature="AMtx7mgSoHpDXq8u9Jv0if0yuvb8ltbo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96D334-74E3-4FC7-9AE7-BCC74091BB0B}" v="162" dt="2025-10-31T19:33:26.834"/>
  </p1510:revLst>
</p1510:revInfo>
</file>

<file path=ppt/tableStyles.xml><?xml version="1.0" encoding="utf-8"?>
<a:tblStyleLst xmlns:a="http://schemas.openxmlformats.org/drawingml/2006/main" def="{A80BAEDB-7B46-4D0A-AA2C-429DABE2CFEC}">
  <a:tblStyle styleId="{A80BAEDB-7B46-4D0A-AA2C-429DABE2CFE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EF7B4DB-1CA4-4EAD-AD9A-2D11BB78984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F97AA-2BBF-4782-9E50-56FA433B6BC0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10" autoAdjust="0"/>
    <p:restoredTop sz="94660"/>
  </p:normalViewPr>
  <p:slideViewPr>
    <p:cSldViewPr snapToGrid="0">
      <p:cViewPr varScale="1">
        <p:scale>
          <a:sx n="86" d="100"/>
          <a:sy n="86" d="100"/>
        </p:scale>
        <p:origin x="1315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tableStyles" Target="tableStyles.xml"/><Relationship Id="rId21" Type="http://schemas.openxmlformats.org/officeDocument/2006/relationships/slide" Target="slides/slide18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customschemas.google.com/relationships/presentationmetadata" Target="metadata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wan Chaudhari" userId="ab34b79501f22bcc" providerId="LiveId" clId="{CCD633F1-136A-4FF9-8B42-7EAAA7607FE4}"/>
    <pc:docChg chg="undo custSel addSld delSld modSld">
      <pc:chgData name="Pawan Chaudhari" userId="ab34b79501f22bcc" providerId="LiveId" clId="{CCD633F1-136A-4FF9-8B42-7EAAA7607FE4}" dt="2025-10-31T19:33:26.834" v="577" actId="14100"/>
      <pc:docMkLst>
        <pc:docMk/>
      </pc:docMkLst>
      <pc:sldChg chg="modSp mod">
        <pc:chgData name="Pawan Chaudhari" userId="ab34b79501f22bcc" providerId="LiveId" clId="{CCD633F1-136A-4FF9-8B42-7EAAA7607FE4}" dt="2025-10-31T18:39:52.470" v="156" actId="20577"/>
        <pc:sldMkLst>
          <pc:docMk/>
          <pc:sldMk cId="0" sldId="257"/>
        </pc:sldMkLst>
        <pc:spChg chg="mod">
          <ac:chgData name="Pawan Chaudhari" userId="ab34b79501f22bcc" providerId="LiveId" clId="{CCD633F1-136A-4FF9-8B42-7EAAA7607FE4}" dt="2025-10-31T18:39:52.470" v="156" actId="20577"/>
          <ac:spMkLst>
            <pc:docMk/>
            <pc:sldMk cId="0" sldId="257"/>
            <ac:spMk id="258" creationId="{00000000-0000-0000-0000-000000000000}"/>
          </ac:spMkLst>
        </pc:spChg>
        <pc:spChg chg="mod">
          <ac:chgData name="Pawan Chaudhari" userId="ab34b79501f22bcc" providerId="LiveId" clId="{CCD633F1-136A-4FF9-8B42-7EAAA7607FE4}" dt="2025-10-31T17:23:59.107" v="65" actId="20577"/>
          <ac:spMkLst>
            <pc:docMk/>
            <pc:sldMk cId="0" sldId="257"/>
            <ac:spMk id="259" creationId="{00000000-0000-0000-0000-000000000000}"/>
          </ac:spMkLst>
        </pc:spChg>
      </pc:sldChg>
      <pc:sldChg chg="modSp mod">
        <pc:chgData name="Pawan Chaudhari" userId="ab34b79501f22bcc" providerId="LiveId" clId="{CCD633F1-136A-4FF9-8B42-7EAAA7607FE4}" dt="2025-10-31T17:26:34.974" v="105"/>
        <pc:sldMkLst>
          <pc:docMk/>
          <pc:sldMk cId="0" sldId="259"/>
        </pc:sldMkLst>
        <pc:spChg chg="mod">
          <ac:chgData name="Pawan Chaudhari" userId="ab34b79501f22bcc" providerId="LiveId" clId="{CCD633F1-136A-4FF9-8B42-7EAAA7607FE4}" dt="2025-10-31T17:26:34.974" v="105"/>
          <ac:spMkLst>
            <pc:docMk/>
            <pc:sldMk cId="0" sldId="259"/>
            <ac:spMk id="2" creationId="{E548878B-6BFE-8757-C14F-9876EF3499F0}"/>
          </ac:spMkLst>
        </pc:spChg>
      </pc:sldChg>
      <pc:sldChg chg="modSp mod">
        <pc:chgData name="Pawan Chaudhari" userId="ab34b79501f22bcc" providerId="LiveId" clId="{CCD633F1-136A-4FF9-8B42-7EAAA7607FE4}" dt="2025-10-31T18:38:48.479" v="141" actId="14100"/>
        <pc:sldMkLst>
          <pc:docMk/>
          <pc:sldMk cId="0" sldId="260"/>
        </pc:sldMkLst>
        <pc:spChg chg="mod">
          <ac:chgData name="Pawan Chaudhari" userId="ab34b79501f22bcc" providerId="LiveId" clId="{CCD633F1-136A-4FF9-8B42-7EAAA7607FE4}" dt="2025-10-31T18:38:48.479" v="141" actId="14100"/>
          <ac:spMkLst>
            <pc:docMk/>
            <pc:sldMk cId="0" sldId="260"/>
            <ac:spMk id="5" creationId="{6CE91EBF-6C32-D6FA-3EDA-980810AFD1B1}"/>
          </ac:spMkLst>
        </pc:spChg>
      </pc:sldChg>
      <pc:sldChg chg="modSp mod">
        <pc:chgData name="Pawan Chaudhari" userId="ab34b79501f22bcc" providerId="LiveId" clId="{CCD633F1-136A-4FF9-8B42-7EAAA7607FE4}" dt="2025-10-31T18:40:04.009" v="157" actId="1076"/>
        <pc:sldMkLst>
          <pc:docMk/>
          <pc:sldMk cId="0" sldId="266"/>
        </pc:sldMkLst>
        <pc:spChg chg="mod">
          <ac:chgData name="Pawan Chaudhari" userId="ab34b79501f22bcc" providerId="LiveId" clId="{CCD633F1-136A-4FF9-8B42-7EAAA7607FE4}" dt="2025-10-31T18:40:04.009" v="157" actId="1076"/>
          <ac:spMkLst>
            <pc:docMk/>
            <pc:sldMk cId="0" sldId="266"/>
            <ac:spMk id="3" creationId="{678E5B22-CE99-7250-1F78-C0B18640DEEC}"/>
          </ac:spMkLst>
        </pc:spChg>
        <pc:spChg chg="mod">
          <ac:chgData name="Pawan Chaudhari" userId="ab34b79501f22bcc" providerId="LiveId" clId="{CCD633F1-136A-4FF9-8B42-7EAAA7607FE4}" dt="2025-10-31T18:39:25.913" v="147" actId="1076"/>
          <ac:spMkLst>
            <pc:docMk/>
            <pc:sldMk cId="0" sldId="266"/>
            <ac:spMk id="4" creationId="{25EB684A-4681-8B15-B8EE-46543EBD2E29}"/>
          </ac:spMkLst>
        </pc:spChg>
      </pc:sldChg>
      <pc:sldChg chg="addSp delSp modSp mod">
        <pc:chgData name="Pawan Chaudhari" userId="ab34b79501f22bcc" providerId="LiveId" clId="{CCD633F1-136A-4FF9-8B42-7EAAA7607FE4}" dt="2025-10-31T18:55:04.731" v="207" actId="1076"/>
        <pc:sldMkLst>
          <pc:docMk/>
          <pc:sldMk cId="0" sldId="267"/>
        </pc:sldMkLst>
        <pc:spChg chg="mod">
          <ac:chgData name="Pawan Chaudhari" userId="ab34b79501f22bcc" providerId="LiveId" clId="{CCD633F1-136A-4FF9-8B42-7EAAA7607FE4}" dt="2025-10-31T18:55:04.731" v="207" actId="1076"/>
          <ac:spMkLst>
            <pc:docMk/>
            <pc:sldMk cId="0" sldId="267"/>
            <ac:spMk id="2" creationId="{DF38FE4E-4C45-DA23-1E3D-FD97646FC706}"/>
          </ac:spMkLst>
        </pc:spChg>
        <pc:spChg chg="add del">
          <ac:chgData name="Pawan Chaudhari" userId="ab34b79501f22bcc" providerId="LiveId" clId="{CCD633F1-136A-4FF9-8B42-7EAAA7607FE4}" dt="2025-10-31T18:48:38.465" v="165" actId="478"/>
          <ac:spMkLst>
            <pc:docMk/>
            <pc:sldMk cId="0" sldId="267"/>
            <ac:spMk id="4" creationId="{36A1C4AD-2769-A922-1B0E-0DDB8AB4673E}"/>
          </ac:spMkLst>
        </pc:spChg>
        <pc:spChg chg="add">
          <ac:chgData name="Pawan Chaudhari" userId="ab34b79501f22bcc" providerId="LiveId" clId="{CCD633F1-136A-4FF9-8B42-7EAAA7607FE4}" dt="2025-10-31T18:34:30.759" v="118"/>
          <ac:spMkLst>
            <pc:docMk/>
            <pc:sldMk cId="0" sldId="267"/>
            <ac:spMk id="4" creationId="{8798419C-C7EA-385C-0360-93ED4A39D835}"/>
          </ac:spMkLst>
        </pc:spChg>
        <pc:spChg chg="add mod">
          <ac:chgData name="Pawan Chaudhari" userId="ab34b79501f22bcc" providerId="LiveId" clId="{CCD633F1-136A-4FF9-8B42-7EAAA7607FE4}" dt="2025-10-31T18:34:49.446" v="121" actId="14100"/>
          <ac:spMkLst>
            <pc:docMk/>
            <pc:sldMk cId="0" sldId="267"/>
            <ac:spMk id="5" creationId="{FD2BD72F-FB25-043D-5FD1-3ECF70F27ACD}"/>
          </ac:spMkLst>
        </pc:spChg>
      </pc:sldChg>
      <pc:sldChg chg="modSp mod">
        <pc:chgData name="Pawan Chaudhari" userId="ab34b79501f22bcc" providerId="LiveId" clId="{CCD633F1-136A-4FF9-8B42-7EAAA7607FE4}" dt="2025-10-31T18:59:28.121" v="280" actId="1076"/>
        <pc:sldMkLst>
          <pc:docMk/>
          <pc:sldMk cId="0" sldId="268"/>
        </pc:sldMkLst>
        <pc:spChg chg="mod">
          <ac:chgData name="Pawan Chaudhari" userId="ab34b79501f22bcc" providerId="LiveId" clId="{CCD633F1-136A-4FF9-8B42-7EAAA7607FE4}" dt="2025-10-31T18:59:28.121" v="280" actId="1076"/>
          <ac:spMkLst>
            <pc:docMk/>
            <pc:sldMk cId="0" sldId="268"/>
            <ac:spMk id="2" creationId="{84D3508F-AA0C-ED52-FA6B-8323D683F994}"/>
          </ac:spMkLst>
        </pc:spChg>
      </pc:sldChg>
      <pc:sldChg chg="modSp mod">
        <pc:chgData name="Pawan Chaudhari" userId="ab34b79501f22bcc" providerId="LiveId" clId="{CCD633F1-136A-4FF9-8B42-7EAAA7607FE4}" dt="2025-10-31T19:02:58.185" v="334" actId="123"/>
        <pc:sldMkLst>
          <pc:docMk/>
          <pc:sldMk cId="0" sldId="271"/>
        </pc:sldMkLst>
        <pc:spChg chg="mod">
          <ac:chgData name="Pawan Chaudhari" userId="ab34b79501f22bcc" providerId="LiveId" clId="{CCD633F1-136A-4FF9-8B42-7EAAA7607FE4}" dt="2025-10-31T19:02:58.185" v="334" actId="123"/>
          <ac:spMkLst>
            <pc:docMk/>
            <pc:sldMk cId="0" sldId="271"/>
            <ac:spMk id="5" creationId="{B8D649FC-A62A-96D1-D877-99B272144E4F}"/>
          </ac:spMkLst>
        </pc:spChg>
      </pc:sldChg>
      <pc:sldChg chg="modSp mod">
        <pc:chgData name="Pawan Chaudhari" userId="ab34b79501f22bcc" providerId="LiveId" clId="{CCD633F1-136A-4FF9-8B42-7EAAA7607FE4}" dt="2025-09-20T15:57:22.506" v="0" actId="1076"/>
        <pc:sldMkLst>
          <pc:docMk/>
          <pc:sldMk cId="0" sldId="272"/>
        </pc:sldMkLst>
      </pc:sldChg>
      <pc:sldChg chg="addSp delSp modSp mod">
        <pc:chgData name="Pawan Chaudhari" userId="ab34b79501f22bcc" providerId="LiveId" clId="{CCD633F1-136A-4FF9-8B42-7EAAA7607FE4}" dt="2025-10-31T17:59:54.351" v="117" actId="1076"/>
        <pc:sldMkLst>
          <pc:docMk/>
          <pc:sldMk cId="2995608174" sldId="280"/>
        </pc:sldMkLst>
        <pc:spChg chg="mod">
          <ac:chgData name="Pawan Chaudhari" userId="ab34b79501f22bcc" providerId="LiveId" clId="{CCD633F1-136A-4FF9-8B42-7EAAA7607FE4}" dt="2025-10-31T17:59:54.351" v="117" actId="1076"/>
          <ac:spMkLst>
            <pc:docMk/>
            <pc:sldMk cId="2995608174" sldId="280"/>
            <ac:spMk id="3" creationId="{C89492CD-66C5-1D53-E63B-BF3CB05C8CBC}"/>
          </ac:spMkLst>
        </pc:spChg>
        <pc:picChg chg="add del">
          <ac:chgData name="Pawan Chaudhari" userId="ab34b79501f22bcc" providerId="LiveId" clId="{CCD633F1-136A-4FF9-8B42-7EAAA7607FE4}" dt="2025-10-31T17:59:11.637" v="107" actId="22"/>
          <ac:picMkLst>
            <pc:docMk/>
            <pc:sldMk cId="2995608174" sldId="280"/>
            <ac:picMk id="4" creationId="{7BBDE8D6-1421-2C57-7BEA-E71DEE84D2B6}"/>
          </ac:picMkLst>
        </pc:picChg>
        <pc:picChg chg="add mod">
          <ac:chgData name="Pawan Chaudhari" userId="ab34b79501f22bcc" providerId="LiveId" clId="{CCD633F1-136A-4FF9-8B42-7EAAA7607FE4}" dt="2025-10-31T17:59:23.895" v="113" actId="14100"/>
          <ac:picMkLst>
            <pc:docMk/>
            <pc:sldMk cId="2995608174" sldId="280"/>
            <ac:picMk id="6" creationId="{444CA61A-6FCD-9376-99B1-79EDDFCB5EF9}"/>
          </ac:picMkLst>
        </pc:picChg>
        <pc:picChg chg="del">
          <ac:chgData name="Pawan Chaudhari" userId="ab34b79501f22bcc" providerId="LiveId" clId="{CCD633F1-136A-4FF9-8B42-7EAAA7607FE4}" dt="2025-10-31T17:59:12.756" v="108" actId="478"/>
          <ac:picMkLst>
            <pc:docMk/>
            <pc:sldMk cId="2995608174" sldId="280"/>
            <ac:picMk id="7" creationId="{29435940-C271-B772-87B9-C4CF7976024B}"/>
          </ac:picMkLst>
        </pc:picChg>
      </pc:sldChg>
      <pc:sldChg chg="addSp delSp mod">
        <pc:chgData name="Pawan Chaudhari" userId="ab34b79501f22bcc" providerId="LiveId" clId="{CCD633F1-136A-4FF9-8B42-7EAAA7607FE4}" dt="2025-09-20T17:43:21.586" v="47" actId="22"/>
        <pc:sldMkLst>
          <pc:docMk/>
          <pc:sldMk cId="2168905951" sldId="284"/>
        </pc:sldMkLst>
      </pc:sldChg>
      <pc:sldChg chg="modSp del mod">
        <pc:chgData name="Pawan Chaudhari" userId="ab34b79501f22bcc" providerId="LiveId" clId="{CCD633F1-136A-4FF9-8B42-7EAAA7607FE4}" dt="2025-10-31T19:18:44.165" v="524" actId="2696"/>
        <pc:sldMkLst>
          <pc:docMk/>
          <pc:sldMk cId="1386283329" sldId="285"/>
        </pc:sldMkLst>
        <pc:spChg chg="mod">
          <ac:chgData name="Pawan Chaudhari" userId="ab34b79501f22bcc" providerId="LiveId" clId="{CCD633F1-136A-4FF9-8B42-7EAAA7607FE4}" dt="2025-10-31T19:04:43.922" v="365" actId="1076"/>
          <ac:spMkLst>
            <pc:docMk/>
            <pc:sldMk cId="1386283329" sldId="285"/>
            <ac:spMk id="6" creationId="{8EF74EA8-F7CF-B005-DDED-21D23ECAF1C9}"/>
          </ac:spMkLst>
        </pc:spChg>
      </pc:sldChg>
      <pc:sldChg chg="modSp mod">
        <pc:chgData name="Pawan Chaudhari" userId="ab34b79501f22bcc" providerId="LiveId" clId="{CCD633F1-136A-4FF9-8B42-7EAAA7607FE4}" dt="2025-10-31T19:06:06.399" v="394" actId="1076"/>
        <pc:sldMkLst>
          <pc:docMk/>
          <pc:sldMk cId="1087262135" sldId="286"/>
        </pc:sldMkLst>
        <pc:spChg chg="mod">
          <ac:chgData name="Pawan Chaudhari" userId="ab34b79501f22bcc" providerId="LiveId" clId="{CCD633F1-136A-4FF9-8B42-7EAAA7607FE4}" dt="2025-10-31T19:06:06.399" v="394" actId="1076"/>
          <ac:spMkLst>
            <pc:docMk/>
            <pc:sldMk cId="1087262135" sldId="286"/>
            <ac:spMk id="4" creationId="{79BE6D07-CD1D-A73B-AE18-86056892255E}"/>
          </ac:spMkLst>
        </pc:spChg>
      </pc:sldChg>
      <pc:sldChg chg="addSp modSp mod">
        <pc:chgData name="Pawan Chaudhari" userId="ab34b79501f22bcc" providerId="LiveId" clId="{CCD633F1-136A-4FF9-8B42-7EAAA7607FE4}" dt="2025-10-31T19:27:02.114" v="546" actId="1076"/>
        <pc:sldMkLst>
          <pc:docMk/>
          <pc:sldMk cId="3103289963" sldId="287"/>
        </pc:sldMkLst>
        <pc:spChg chg="mod">
          <ac:chgData name="Pawan Chaudhari" userId="ab34b79501f22bcc" providerId="LiveId" clId="{CCD633F1-136A-4FF9-8B42-7EAAA7607FE4}" dt="2025-10-31T19:26:56.317" v="544" actId="20577"/>
          <ac:spMkLst>
            <pc:docMk/>
            <pc:sldMk cId="3103289963" sldId="287"/>
            <ac:spMk id="4" creationId="{0A2AE159-E4A9-BB36-A6F0-F8A9F8F304FD}"/>
          </ac:spMkLst>
        </pc:spChg>
        <pc:picChg chg="add mod">
          <ac:chgData name="Pawan Chaudhari" userId="ab34b79501f22bcc" providerId="LiveId" clId="{CCD633F1-136A-4FF9-8B42-7EAAA7607FE4}" dt="2025-10-31T19:26:38.001" v="542" actId="1076"/>
          <ac:picMkLst>
            <pc:docMk/>
            <pc:sldMk cId="3103289963" sldId="287"/>
            <ac:picMk id="7170" creationId="{59B2D986-CA1C-F59A-EC42-31E4AA1E978F}"/>
          </ac:picMkLst>
        </pc:picChg>
        <pc:picChg chg="add mod">
          <ac:chgData name="Pawan Chaudhari" userId="ab34b79501f22bcc" providerId="LiveId" clId="{CCD633F1-136A-4FF9-8B42-7EAAA7607FE4}" dt="2025-10-31T19:27:02.114" v="546" actId="1076"/>
          <ac:picMkLst>
            <pc:docMk/>
            <pc:sldMk cId="3103289963" sldId="287"/>
            <ac:picMk id="7172" creationId="{F204060C-4F7D-221C-B6FE-F1B976869510}"/>
          </ac:picMkLst>
        </pc:picChg>
      </pc:sldChg>
      <pc:sldChg chg="addSp modSp mod">
        <pc:chgData name="Pawan Chaudhari" userId="ab34b79501f22bcc" providerId="LiveId" clId="{CCD633F1-136A-4FF9-8B42-7EAAA7607FE4}" dt="2025-10-31T19:30:46.663" v="557" actId="1076"/>
        <pc:sldMkLst>
          <pc:docMk/>
          <pc:sldMk cId="1522178584" sldId="288"/>
        </pc:sldMkLst>
        <pc:spChg chg="mod">
          <ac:chgData name="Pawan Chaudhari" userId="ab34b79501f22bcc" providerId="LiveId" clId="{CCD633F1-136A-4FF9-8B42-7EAAA7607FE4}" dt="2025-10-31T19:08:10.263" v="433" actId="1076"/>
          <ac:spMkLst>
            <pc:docMk/>
            <pc:sldMk cId="1522178584" sldId="288"/>
            <ac:spMk id="4" creationId="{9ACF19A2-87E8-A516-2AF0-D2A004038C2E}"/>
          </ac:spMkLst>
        </pc:spChg>
        <pc:picChg chg="add mod">
          <ac:chgData name="Pawan Chaudhari" userId="ab34b79501f22bcc" providerId="LiveId" clId="{CCD633F1-136A-4FF9-8B42-7EAAA7607FE4}" dt="2025-10-31T19:30:46.663" v="557" actId="1076"/>
          <ac:picMkLst>
            <pc:docMk/>
            <pc:sldMk cId="1522178584" sldId="288"/>
            <ac:picMk id="9218" creationId="{7A232629-5A3C-81BF-1598-7706AC1A3B99}"/>
          </ac:picMkLst>
        </pc:picChg>
      </pc:sldChg>
      <pc:sldChg chg="addSp delSp modSp add mod">
        <pc:chgData name="Pawan Chaudhari" userId="ab34b79501f22bcc" providerId="LiveId" clId="{CCD633F1-136A-4FF9-8B42-7EAAA7607FE4}" dt="2025-10-31T19:30:17.559" v="551" actId="1076"/>
        <pc:sldMkLst>
          <pc:docMk/>
          <pc:sldMk cId="2310151697" sldId="289"/>
        </pc:sldMkLst>
        <pc:spChg chg="mod">
          <ac:chgData name="Pawan Chaudhari" userId="ab34b79501f22bcc" providerId="LiveId" clId="{CCD633F1-136A-4FF9-8B42-7EAAA7607FE4}" dt="2025-10-31T19:08:34.101" v="446" actId="1076"/>
          <ac:spMkLst>
            <pc:docMk/>
            <pc:sldMk cId="2310151697" sldId="289"/>
            <ac:spMk id="2" creationId="{5DBFBC76-77F9-1D18-8CD7-8C61C30EB735}"/>
          </ac:spMkLst>
        </pc:spChg>
        <pc:picChg chg="add mod">
          <ac:chgData name="Pawan Chaudhari" userId="ab34b79501f22bcc" providerId="LiveId" clId="{CCD633F1-136A-4FF9-8B42-7EAAA7607FE4}" dt="2025-10-31T19:29:49.473" v="548" actId="1076"/>
          <ac:picMkLst>
            <pc:docMk/>
            <pc:sldMk cId="2310151697" sldId="289"/>
            <ac:picMk id="8194" creationId="{0DD1E9DE-DA6D-208C-2FAD-714F0252AEED}"/>
          </ac:picMkLst>
        </pc:picChg>
        <pc:picChg chg="add mod">
          <ac:chgData name="Pawan Chaudhari" userId="ab34b79501f22bcc" providerId="LiveId" clId="{CCD633F1-136A-4FF9-8B42-7EAAA7607FE4}" dt="2025-10-31T19:30:17.559" v="551" actId="1076"/>
          <ac:picMkLst>
            <pc:docMk/>
            <pc:sldMk cId="2310151697" sldId="289"/>
            <ac:picMk id="8196" creationId="{11310DBE-C603-E7F9-1461-8FB67E43C094}"/>
          </ac:picMkLst>
        </pc:picChg>
      </pc:sldChg>
      <pc:sldChg chg="addSp delSp modSp new mod">
        <pc:chgData name="Pawan Chaudhari" userId="ab34b79501f22bcc" providerId="LiveId" clId="{CCD633F1-136A-4FF9-8B42-7EAAA7607FE4}" dt="2025-09-20T17:44:06.532" v="59" actId="14100"/>
        <pc:sldMkLst>
          <pc:docMk/>
          <pc:sldMk cId="381161198" sldId="290"/>
        </pc:sldMkLst>
      </pc:sldChg>
      <pc:sldChg chg="add del">
        <pc:chgData name="Pawan Chaudhari" userId="ab34b79501f22bcc" providerId="LiveId" clId="{CCD633F1-136A-4FF9-8B42-7EAAA7607FE4}" dt="2025-09-20T16:20:26.974" v="3"/>
        <pc:sldMkLst>
          <pc:docMk/>
          <pc:sldMk cId="2325798107" sldId="290"/>
        </pc:sldMkLst>
      </pc:sldChg>
      <pc:sldChg chg="addSp delSp modSp add mod">
        <pc:chgData name="Pawan Chaudhari" userId="ab34b79501f22bcc" providerId="LiveId" clId="{CCD633F1-136A-4FF9-8B42-7EAAA7607FE4}" dt="2025-10-31T19:32:03.569" v="569" actId="14100"/>
        <pc:sldMkLst>
          <pc:docMk/>
          <pc:sldMk cId="3135547909" sldId="291"/>
        </pc:sldMkLst>
        <pc:spChg chg="add del">
          <ac:chgData name="Pawan Chaudhari" userId="ab34b79501f22bcc" providerId="LiveId" clId="{CCD633F1-136A-4FF9-8B42-7EAAA7607FE4}" dt="2025-10-31T18:48:31.332" v="164" actId="478"/>
          <ac:spMkLst>
            <pc:docMk/>
            <pc:sldMk cId="3135547909" sldId="291"/>
            <ac:spMk id="2" creationId="{0EE423C0-E8FA-4C9F-B84B-423C3588FD33}"/>
          </ac:spMkLst>
        </pc:spChg>
        <pc:spChg chg="mod">
          <ac:chgData name="Pawan Chaudhari" userId="ab34b79501f22bcc" providerId="LiveId" clId="{CCD633F1-136A-4FF9-8B42-7EAAA7607FE4}" dt="2025-10-31T18:48:12.904" v="161" actId="20577"/>
          <ac:spMkLst>
            <pc:docMk/>
            <pc:sldMk cId="3135547909" sldId="291"/>
            <ac:spMk id="3" creationId="{0CBC5FF9-E68B-0552-654B-274657977A03}"/>
          </ac:spMkLst>
        </pc:spChg>
        <pc:spChg chg="add del mod">
          <ac:chgData name="Pawan Chaudhari" userId="ab34b79501f22bcc" providerId="LiveId" clId="{CCD633F1-136A-4FF9-8B42-7EAAA7607FE4}" dt="2025-10-31T18:55:10.268" v="208" actId="478"/>
          <ac:spMkLst>
            <pc:docMk/>
            <pc:sldMk cId="3135547909" sldId="291"/>
            <ac:spMk id="4" creationId="{D9306AEE-8B86-D230-A386-C0B371322531}"/>
          </ac:spMkLst>
        </pc:spChg>
        <pc:spChg chg="add mod">
          <ac:chgData name="Pawan Chaudhari" userId="ab34b79501f22bcc" providerId="LiveId" clId="{CCD633F1-136A-4FF9-8B42-7EAAA7607FE4}" dt="2025-10-31T19:31:57.356" v="566" actId="1076"/>
          <ac:spMkLst>
            <pc:docMk/>
            <pc:sldMk cId="3135547909" sldId="291"/>
            <ac:spMk id="5" creationId="{A0401BE9-1124-9BAF-FCBB-913F4E1703F0}"/>
          </ac:spMkLst>
        </pc:spChg>
        <pc:picChg chg="add mod">
          <ac:chgData name="Pawan Chaudhari" userId="ab34b79501f22bcc" providerId="LiveId" clId="{CCD633F1-136A-4FF9-8B42-7EAAA7607FE4}" dt="2025-10-31T19:32:03.569" v="569" actId="14100"/>
          <ac:picMkLst>
            <pc:docMk/>
            <pc:sldMk cId="3135547909" sldId="291"/>
            <ac:picMk id="2052" creationId="{92AF47AC-077D-3CFD-8D5F-A86CC5223E84}"/>
          </ac:picMkLst>
        </pc:picChg>
      </pc:sldChg>
      <pc:sldChg chg="addSp delSp modSp add mod">
        <pc:chgData name="Pawan Chaudhari" userId="ab34b79501f22bcc" providerId="LiveId" clId="{CCD633F1-136A-4FF9-8B42-7EAAA7607FE4}" dt="2025-10-31T19:33:26.834" v="577" actId="14100"/>
        <pc:sldMkLst>
          <pc:docMk/>
          <pc:sldMk cId="1517360588" sldId="292"/>
        </pc:sldMkLst>
        <pc:spChg chg="del mod">
          <ac:chgData name="Pawan Chaudhari" userId="ab34b79501f22bcc" providerId="LiveId" clId="{CCD633F1-136A-4FF9-8B42-7EAAA7607FE4}" dt="2025-10-31T18:56:25.829" v="230" actId="478"/>
          <ac:spMkLst>
            <pc:docMk/>
            <pc:sldMk cId="1517360588" sldId="292"/>
            <ac:spMk id="2" creationId="{BFDDB95A-5D2F-E604-A81C-8C67D1BCA7D2}"/>
          </ac:spMkLst>
        </pc:spChg>
        <pc:spChg chg="add mod">
          <ac:chgData name="Pawan Chaudhari" userId="ab34b79501f22bcc" providerId="LiveId" clId="{CCD633F1-136A-4FF9-8B42-7EAAA7607FE4}" dt="2025-10-31T19:33:21.090" v="575" actId="1076"/>
          <ac:spMkLst>
            <pc:docMk/>
            <pc:sldMk cId="1517360588" sldId="292"/>
            <ac:spMk id="4" creationId="{F800BE65-A160-5B32-7816-F7A5CA896D00}"/>
          </ac:spMkLst>
        </pc:spChg>
        <pc:picChg chg="add mod">
          <ac:chgData name="Pawan Chaudhari" userId="ab34b79501f22bcc" providerId="LiveId" clId="{CCD633F1-136A-4FF9-8B42-7EAAA7607FE4}" dt="2025-10-31T19:33:26.834" v="577" actId="14100"/>
          <ac:picMkLst>
            <pc:docMk/>
            <pc:sldMk cId="1517360588" sldId="292"/>
            <ac:picMk id="3075" creationId="{F85566A8-7F7A-0C74-877A-29AB0D8D4063}"/>
          </ac:picMkLst>
        </pc:picChg>
      </pc:sldChg>
      <pc:sldChg chg="addSp modSp add mod">
        <pc:chgData name="Pawan Chaudhari" userId="ab34b79501f22bcc" providerId="LiveId" clId="{CCD633F1-136A-4FF9-8B42-7EAAA7607FE4}" dt="2025-10-31T19:15:25.848" v="460" actId="1076"/>
        <pc:sldMkLst>
          <pc:docMk/>
          <pc:sldMk cId="1786487013" sldId="293"/>
        </pc:sldMkLst>
        <pc:spChg chg="add mod">
          <ac:chgData name="Pawan Chaudhari" userId="ab34b79501f22bcc" providerId="LiveId" clId="{CCD633F1-136A-4FF9-8B42-7EAAA7607FE4}" dt="2025-10-31T19:01:14.210" v="311" actId="20577"/>
          <ac:spMkLst>
            <pc:docMk/>
            <pc:sldMk cId="1786487013" sldId="293"/>
            <ac:spMk id="2" creationId="{058DE839-F015-9F81-231C-B59A74D47586}"/>
          </ac:spMkLst>
        </pc:spChg>
        <pc:spChg chg="mod">
          <ac:chgData name="Pawan Chaudhari" userId="ab34b79501f22bcc" providerId="LiveId" clId="{CCD633F1-136A-4FF9-8B42-7EAAA7607FE4}" dt="2025-10-31T19:00:06.231" v="290" actId="20577"/>
          <ac:spMkLst>
            <pc:docMk/>
            <pc:sldMk cId="1786487013" sldId="293"/>
            <ac:spMk id="3" creationId="{3951ABB6-327F-819C-A789-6BB52E59D9B3}"/>
          </ac:spMkLst>
        </pc:spChg>
        <pc:picChg chg="add mod">
          <ac:chgData name="Pawan Chaudhari" userId="ab34b79501f22bcc" providerId="LiveId" clId="{CCD633F1-136A-4FF9-8B42-7EAAA7607FE4}" dt="2025-10-31T19:15:25.848" v="460" actId="1076"/>
          <ac:picMkLst>
            <pc:docMk/>
            <pc:sldMk cId="1786487013" sldId="293"/>
            <ac:picMk id="4099" creationId="{9FB4832E-BFC7-C8EC-3B9A-B68A1D6B2D22}"/>
          </ac:picMkLst>
        </pc:picChg>
        <pc:cxnChg chg="add mod">
          <ac:chgData name="Pawan Chaudhari" userId="ab34b79501f22bcc" providerId="LiveId" clId="{CCD633F1-136A-4FF9-8B42-7EAAA7607FE4}" dt="2025-10-31T19:01:08.834" v="310" actId="11529"/>
          <ac:cxnSpMkLst>
            <pc:docMk/>
            <pc:sldMk cId="1786487013" sldId="293"/>
            <ac:cxnSpMk id="5" creationId="{2E93F1DE-4F24-7110-0511-FFE3A9EE73CA}"/>
          </ac:cxnSpMkLst>
        </pc:cxnChg>
      </pc:sldChg>
      <pc:sldChg chg="addSp delSp modSp add mod setBg">
        <pc:chgData name="Pawan Chaudhari" userId="ab34b79501f22bcc" providerId="LiveId" clId="{CCD633F1-136A-4FF9-8B42-7EAAA7607FE4}" dt="2025-10-31T19:17:34.777" v="523" actId="20577"/>
        <pc:sldMkLst>
          <pc:docMk/>
          <pc:sldMk cId="2802902929" sldId="294"/>
        </pc:sldMkLst>
        <pc:spChg chg="add mod">
          <ac:chgData name="Pawan Chaudhari" userId="ab34b79501f22bcc" providerId="LiveId" clId="{CCD633F1-136A-4FF9-8B42-7EAAA7607FE4}" dt="2025-10-31T19:17:34.777" v="523" actId="20577"/>
          <ac:spMkLst>
            <pc:docMk/>
            <pc:sldMk cId="2802902929" sldId="294"/>
            <ac:spMk id="2" creationId="{3F127FAF-82B9-1777-D45A-D313698543B2}"/>
          </ac:spMkLst>
        </pc:spChg>
        <pc:spChg chg="mod">
          <ac:chgData name="Pawan Chaudhari" userId="ab34b79501f22bcc" providerId="LiveId" clId="{CCD633F1-136A-4FF9-8B42-7EAAA7607FE4}" dt="2025-10-31T19:16:49.995" v="480" actId="26606"/>
          <ac:spMkLst>
            <pc:docMk/>
            <pc:sldMk cId="2802902929" sldId="294"/>
            <ac:spMk id="3" creationId="{A8097206-0B8F-B8E4-461A-346ABB5D794B}"/>
          </ac:spMkLst>
        </pc:spChg>
        <pc:spChg chg="mod ord">
          <ac:chgData name="Pawan Chaudhari" userId="ab34b79501f22bcc" providerId="LiveId" clId="{CCD633F1-136A-4FF9-8B42-7EAAA7607FE4}" dt="2025-10-31T19:16:49.995" v="480" actId="26606"/>
          <ac:spMkLst>
            <pc:docMk/>
            <pc:sldMk cId="2802902929" sldId="294"/>
            <ac:spMk id="343" creationId="{704336FD-189C-FBC3-F593-9D07164562D6}"/>
          </ac:spMkLst>
        </pc:spChg>
        <pc:spChg chg="add del">
          <ac:chgData name="Pawan Chaudhari" userId="ab34b79501f22bcc" providerId="LiveId" clId="{CCD633F1-136A-4FF9-8B42-7EAAA7607FE4}" dt="2025-10-31T19:16:49.995" v="480" actId="26606"/>
          <ac:spMkLst>
            <pc:docMk/>
            <pc:sldMk cId="2802902929" sldId="294"/>
            <ac:spMk id="5128" creationId="{AF6CB648-9554-488A-B457-99CAAD1DA528}"/>
          </ac:spMkLst>
        </pc:spChg>
        <pc:spChg chg="add del">
          <ac:chgData name="Pawan Chaudhari" userId="ab34b79501f22bcc" providerId="LiveId" clId="{CCD633F1-136A-4FF9-8B42-7EAAA7607FE4}" dt="2025-10-31T19:16:49.995" v="480" actId="26606"/>
          <ac:spMkLst>
            <pc:docMk/>
            <pc:sldMk cId="2802902929" sldId="294"/>
            <ac:spMk id="5130" creationId="{477B3D0A-9C0E-8E65-3091-732A717D34B0}"/>
          </ac:spMkLst>
        </pc:spChg>
        <pc:picChg chg="mod ord">
          <ac:chgData name="Pawan Chaudhari" userId="ab34b79501f22bcc" providerId="LiveId" clId="{CCD633F1-136A-4FF9-8B42-7EAAA7607FE4}" dt="2025-10-31T19:16:49.995" v="480" actId="26606"/>
          <ac:picMkLst>
            <pc:docMk/>
            <pc:sldMk cId="2802902929" sldId="294"/>
            <ac:picMk id="344" creationId="{BF912537-ADF3-90F9-C17A-6F17C7ADDABA}"/>
          </ac:picMkLst>
        </pc:picChg>
        <pc:picChg chg="mod ord">
          <ac:chgData name="Pawan Chaudhari" userId="ab34b79501f22bcc" providerId="LiveId" clId="{CCD633F1-136A-4FF9-8B42-7EAAA7607FE4}" dt="2025-10-31T19:16:49.995" v="480" actId="26606"/>
          <ac:picMkLst>
            <pc:docMk/>
            <pc:sldMk cId="2802902929" sldId="294"/>
            <ac:picMk id="345" creationId="{B456B12E-A0C8-787A-D627-FFC3EEE4B69A}"/>
          </ac:picMkLst>
        </pc:picChg>
        <pc:picChg chg="add mod">
          <ac:chgData name="Pawan Chaudhari" userId="ab34b79501f22bcc" providerId="LiveId" clId="{CCD633F1-136A-4FF9-8B42-7EAAA7607FE4}" dt="2025-10-31T19:17:23.673" v="491" actId="14100"/>
          <ac:picMkLst>
            <pc:docMk/>
            <pc:sldMk cId="2802902929" sldId="294"/>
            <ac:picMk id="5123" creationId="{1AE5C34F-FDB2-0FBD-1BEF-D423F8ACDF81}"/>
          </ac:picMkLst>
        </pc:picChg>
      </pc:sldChg>
      <pc:sldChg chg="addSp delSp modSp add mod">
        <pc:chgData name="Pawan Chaudhari" userId="ab34b79501f22bcc" providerId="LiveId" clId="{CCD633F1-136A-4FF9-8B42-7EAAA7607FE4}" dt="2025-10-31T19:23:07.072" v="531" actId="1076"/>
        <pc:sldMkLst>
          <pc:docMk/>
          <pc:sldMk cId="1632252122" sldId="295"/>
        </pc:sldMkLst>
        <pc:spChg chg="add mod">
          <ac:chgData name="Pawan Chaudhari" userId="ab34b79501f22bcc" providerId="LiveId" clId="{CCD633F1-136A-4FF9-8B42-7EAAA7607FE4}" dt="2025-10-31T19:05:31.596" v="379" actId="14100"/>
          <ac:spMkLst>
            <pc:docMk/>
            <pc:sldMk cId="1632252122" sldId="295"/>
            <ac:spMk id="2" creationId="{5AB8EF2A-EFC6-066B-3D56-B6F36984A16E}"/>
          </ac:spMkLst>
        </pc:spChg>
        <pc:spChg chg="mod">
          <ac:chgData name="Pawan Chaudhari" userId="ab34b79501f22bcc" providerId="LiveId" clId="{CCD633F1-136A-4FF9-8B42-7EAAA7607FE4}" dt="2025-10-31T19:05:01.957" v="367" actId="20577"/>
          <ac:spMkLst>
            <pc:docMk/>
            <pc:sldMk cId="1632252122" sldId="295"/>
            <ac:spMk id="3" creationId="{00A6596B-B775-FF8D-DD39-F233CCE69603}"/>
          </ac:spMkLst>
        </pc:spChg>
        <pc:spChg chg="add del">
          <ac:chgData name="Pawan Chaudhari" userId="ab34b79501f22bcc" providerId="LiveId" clId="{CCD633F1-136A-4FF9-8B42-7EAAA7607FE4}" dt="2025-10-31T19:22:42.655" v="526" actId="22"/>
          <ac:spMkLst>
            <pc:docMk/>
            <pc:sldMk cId="1632252122" sldId="295"/>
            <ac:spMk id="5" creationId="{EDFEEB09-470C-1FDA-C922-3F75B94AF751}"/>
          </ac:spMkLst>
        </pc:spChg>
        <pc:picChg chg="add mod">
          <ac:chgData name="Pawan Chaudhari" userId="ab34b79501f22bcc" providerId="LiveId" clId="{CCD633F1-136A-4FF9-8B42-7EAAA7607FE4}" dt="2025-10-31T19:23:07.072" v="531" actId="1076"/>
          <ac:picMkLst>
            <pc:docMk/>
            <pc:sldMk cId="1632252122" sldId="295"/>
            <ac:picMk id="6147" creationId="{4632A12C-46BC-65A8-E4EA-2567FF81DB6C}"/>
          </ac:picMkLst>
        </pc:picChg>
      </pc:sldChg>
      <pc:sldChg chg="addSp modSp add del mod">
        <pc:chgData name="Pawan Chaudhari" userId="ab34b79501f22bcc" providerId="LiveId" clId="{CCD633F1-136A-4FF9-8B42-7EAAA7607FE4}" dt="2025-10-31T19:26:50.417" v="543" actId="2696"/>
        <pc:sldMkLst>
          <pc:docMk/>
          <pc:sldMk cId="1909094548" sldId="296"/>
        </pc:sldMkLst>
        <pc:spChg chg="mod">
          <ac:chgData name="Pawan Chaudhari" userId="ab34b79501f22bcc" providerId="LiveId" clId="{CCD633F1-136A-4FF9-8B42-7EAAA7607FE4}" dt="2025-10-31T19:06:53.908" v="406" actId="20577"/>
          <ac:spMkLst>
            <pc:docMk/>
            <pc:sldMk cId="1909094548" sldId="296"/>
            <ac:spMk id="3" creationId="{506889E7-D737-001F-F7D5-11E362AACE78}"/>
          </ac:spMkLst>
        </pc:spChg>
        <pc:spChg chg="add mod">
          <ac:chgData name="Pawan Chaudhari" userId="ab34b79501f22bcc" providerId="LiveId" clId="{CCD633F1-136A-4FF9-8B42-7EAAA7607FE4}" dt="2025-10-31T19:07:50.725" v="424" actId="255"/>
          <ac:spMkLst>
            <pc:docMk/>
            <pc:sldMk cId="1909094548" sldId="296"/>
            <ac:spMk id="4" creationId="{9D451300-61CF-E2EB-C0B5-2563B6715706}"/>
          </ac:spMkLst>
        </pc:spChg>
      </pc:sldChg>
    </pc:docChg>
  </pc:docChgLst>
  <pc:docChgLst>
    <pc:chgData name="Pawan Chaudhari" userId="ab34b79501f22bcc" providerId="LiveId" clId="{AB2568DA-1516-4222-9473-5EFB3C19B375}"/>
    <pc:docChg chg="delSld modSld">
      <pc:chgData name="Pawan Chaudhari" userId="ab34b79501f22bcc" providerId="LiveId" clId="{AB2568DA-1516-4222-9473-5EFB3C19B375}" dt="2025-08-20T16:19:19.832" v="6" actId="20577"/>
      <pc:docMkLst>
        <pc:docMk/>
      </pc:docMkLst>
      <pc:sldChg chg="modSp mod">
        <pc:chgData name="Pawan Chaudhari" userId="ab34b79501f22bcc" providerId="LiveId" clId="{AB2568DA-1516-4222-9473-5EFB3C19B375}" dt="2025-08-20T16:19:19.832" v="6" actId="20577"/>
        <pc:sldMkLst>
          <pc:docMk/>
          <pc:sldMk cId="0" sldId="260"/>
        </pc:sldMkLst>
      </pc:sldChg>
      <pc:sldChg chg="del">
        <pc:chgData name="Pawan Chaudhari" userId="ab34b79501f22bcc" providerId="LiveId" clId="{AB2568DA-1516-4222-9473-5EFB3C19B375}" dt="2025-08-20T16:18:57.883" v="0" actId="2696"/>
        <pc:sldMkLst>
          <pc:docMk/>
          <pc:sldMk cId="0" sldId="265"/>
        </pc:sldMkLst>
      </pc:sldChg>
      <pc:sldChg chg="modSp mod">
        <pc:chgData name="Pawan Chaudhari" userId="ab34b79501f22bcc" providerId="LiveId" clId="{AB2568DA-1516-4222-9473-5EFB3C19B375}" dt="2025-08-20T16:19:10.623" v="5" actId="5793"/>
        <pc:sldMkLst>
          <pc:docMk/>
          <pc:sldMk cId="0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13763" cy="467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39466" y="0"/>
            <a:ext cx="3013763" cy="467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84300" y="1163638"/>
            <a:ext cx="4186238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42030"/>
            <a:ext cx="3013763" cy="467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39466" y="8842030"/>
            <a:ext cx="3013763" cy="467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4300" y="1163638"/>
            <a:ext cx="4186238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p1:notes"/>
          <p:cNvSpPr txBox="1">
            <a:spLocks noGrp="1"/>
          </p:cNvSpPr>
          <p:nvPr>
            <p:ph type="body" idx="1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title slide for respective colleges/institutions while we retain the DMIHER logo on top always. </a:t>
            </a:r>
            <a:endParaRPr/>
          </a:p>
        </p:txBody>
      </p:sp>
      <p:sp>
        <p:nvSpPr>
          <p:cNvPr id="247" name="Google Shape;247;p1:notes"/>
          <p:cNvSpPr txBox="1">
            <a:spLocks noGrp="1"/>
          </p:cNvSpPr>
          <p:nvPr>
            <p:ph type="sldNum" idx="12"/>
          </p:nvPr>
        </p:nvSpPr>
        <p:spPr>
          <a:xfrm>
            <a:off x="3939466" y="8842030"/>
            <a:ext cx="3013763" cy="467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1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:notes"/>
          <p:cNvSpPr txBox="1">
            <a:spLocks noGrp="1"/>
          </p:cNvSpPr>
          <p:nvPr>
            <p:ph type="body" idx="1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4300" y="1163638"/>
            <a:ext cx="4186238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:notes"/>
          <p:cNvSpPr txBox="1">
            <a:spLocks noGrp="1"/>
          </p:cNvSpPr>
          <p:nvPr>
            <p:ph type="body" idx="1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4300" y="1163638"/>
            <a:ext cx="4186238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:notes"/>
          <p:cNvSpPr txBox="1">
            <a:spLocks noGrp="1"/>
          </p:cNvSpPr>
          <p:nvPr>
            <p:ph type="body" idx="1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4300" y="1163638"/>
            <a:ext cx="4186238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5:notes"/>
          <p:cNvSpPr txBox="1">
            <a:spLocks noGrp="1"/>
          </p:cNvSpPr>
          <p:nvPr>
            <p:ph type="body" idx="1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4300" y="1163638"/>
            <a:ext cx="4186238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9:notes"/>
          <p:cNvSpPr txBox="1">
            <a:spLocks noGrp="1"/>
          </p:cNvSpPr>
          <p:nvPr>
            <p:ph type="body" idx="1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4300" y="1163638"/>
            <a:ext cx="4186238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0:notes"/>
          <p:cNvSpPr txBox="1">
            <a:spLocks noGrp="1"/>
          </p:cNvSpPr>
          <p:nvPr>
            <p:ph type="body" idx="1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4300" y="1163638"/>
            <a:ext cx="4186238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>
          <a:extLst>
            <a:ext uri="{FF2B5EF4-FFF2-40B4-BE49-F238E27FC236}">
              <a16:creationId xmlns:a16="http://schemas.microsoft.com/office/drawing/2014/main" id="{4490FBFB-104A-481A-E6EF-CF2A426BF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>
            <a:extLst>
              <a:ext uri="{FF2B5EF4-FFF2-40B4-BE49-F238E27FC236}">
                <a16:creationId xmlns:a16="http://schemas.microsoft.com/office/drawing/2014/main" id="{9D728085-E818-2DA0-13E2-B24B616E88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11:notes">
            <a:extLst>
              <a:ext uri="{FF2B5EF4-FFF2-40B4-BE49-F238E27FC236}">
                <a16:creationId xmlns:a16="http://schemas.microsoft.com/office/drawing/2014/main" id="{8AF8BBD9-30E1-50DD-318B-B63FFCA224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84300" y="1163638"/>
            <a:ext cx="4186238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312055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 txBox="1">
            <a:spLocks noGrp="1"/>
          </p:cNvSpPr>
          <p:nvPr>
            <p:ph type="body" idx="1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4300" y="1163638"/>
            <a:ext cx="4186238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>
          <a:extLst>
            <a:ext uri="{FF2B5EF4-FFF2-40B4-BE49-F238E27FC236}">
              <a16:creationId xmlns:a16="http://schemas.microsoft.com/office/drawing/2014/main" id="{4C43DE74-A540-E4D1-E957-DFB3A0585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>
            <a:extLst>
              <a:ext uri="{FF2B5EF4-FFF2-40B4-BE49-F238E27FC236}">
                <a16:creationId xmlns:a16="http://schemas.microsoft.com/office/drawing/2014/main" id="{67D16B36-B658-13C1-E526-7ED21A1FA0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11:notes">
            <a:extLst>
              <a:ext uri="{FF2B5EF4-FFF2-40B4-BE49-F238E27FC236}">
                <a16:creationId xmlns:a16="http://schemas.microsoft.com/office/drawing/2014/main" id="{35030F39-3D58-77D8-212A-BB51CB6531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84300" y="1163638"/>
            <a:ext cx="4186238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36529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4:notes"/>
          <p:cNvSpPr txBox="1">
            <a:spLocks noGrp="1"/>
          </p:cNvSpPr>
          <p:nvPr>
            <p:ph type="body" idx="1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4300" y="1163638"/>
            <a:ext cx="4186238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>
          <a:extLst>
            <a:ext uri="{FF2B5EF4-FFF2-40B4-BE49-F238E27FC236}">
              <a16:creationId xmlns:a16="http://schemas.microsoft.com/office/drawing/2014/main" id="{3907A367-4D95-EAAE-8AA6-02E687083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>
            <a:extLst>
              <a:ext uri="{FF2B5EF4-FFF2-40B4-BE49-F238E27FC236}">
                <a16:creationId xmlns:a16="http://schemas.microsoft.com/office/drawing/2014/main" id="{E7764F5E-8816-E09B-B722-626BA9E794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11:notes">
            <a:extLst>
              <a:ext uri="{FF2B5EF4-FFF2-40B4-BE49-F238E27FC236}">
                <a16:creationId xmlns:a16="http://schemas.microsoft.com/office/drawing/2014/main" id="{AD2345B2-83FD-B94B-3287-44400EA703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84300" y="1163638"/>
            <a:ext cx="4186238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188178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>
          <a:extLst>
            <a:ext uri="{FF2B5EF4-FFF2-40B4-BE49-F238E27FC236}">
              <a16:creationId xmlns:a16="http://schemas.microsoft.com/office/drawing/2014/main" id="{3749EA39-C0F0-9B89-50EF-76B9F4495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>
            <a:extLst>
              <a:ext uri="{FF2B5EF4-FFF2-40B4-BE49-F238E27FC236}">
                <a16:creationId xmlns:a16="http://schemas.microsoft.com/office/drawing/2014/main" id="{7F8ED3C0-DFC2-72AC-A657-1923ACD91C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11:notes">
            <a:extLst>
              <a:ext uri="{FF2B5EF4-FFF2-40B4-BE49-F238E27FC236}">
                <a16:creationId xmlns:a16="http://schemas.microsoft.com/office/drawing/2014/main" id="{244FA290-ABCF-8F1D-EA71-5989935A33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84300" y="1163638"/>
            <a:ext cx="4186238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496541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>
          <a:extLst>
            <a:ext uri="{FF2B5EF4-FFF2-40B4-BE49-F238E27FC236}">
              <a16:creationId xmlns:a16="http://schemas.microsoft.com/office/drawing/2014/main" id="{3D17A44C-8AE0-763E-9219-0FA4260D9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4:notes">
            <a:extLst>
              <a:ext uri="{FF2B5EF4-FFF2-40B4-BE49-F238E27FC236}">
                <a16:creationId xmlns:a16="http://schemas.microsoft.com/office/drawing/2014/main" id="{BCC18EAF-B195-B073-ECCA-F5FC449A51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4:notes">
            <a:extLst>
              <a:ext uri="{FF2B5EF4-FFF2-40B4-BE49-F238E27FC236}">
                <a16:creationId xmlns:a16="http://schemas.microsoft.com/office/drawing/2014/main" id="{3BEACF84-102D-5F05-3056-F9EE8FFC47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84300" y="1163638"/>
            <a:ext cx="4186238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696000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>
          <a:extLst>
            <a:ext uri="{FF2B5EF4-FFF2-40B4-BE49-F238E27FC236}">
              <a16:creationId xmlns:a16="http://schemas.microsoft.com/office/drawing/2014/main" id="{04EA82B3-90F2-89D1-DCC3-E8E8ED219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>
            <a:extLst>
              <a:ext uri="{FF2B5EF4-FFF2-40B4-BE49-F238E27FC236}">
                <a16:creationId xmlns:a16="http://schemas.microsoft.com/office/drawing/2014/main" id="{90D258CC-4947-4DD9-A5AC-B6AE5545A8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11:notes">
            <a:extLst>
              <a:ext uri="{FF2B5EF4-FFF2-40B4-BE49-F238E27FC236}">
                <a16:creationId xmlns:a16="http://schemas.microsoft.com/office/drawing/2014/main" id="{FBACED71-A2B2-DC67-2152-A223D6D30F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84300" y="1163638"/>
            <a:ext cx="4186238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0893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>
          <a:extLst>
            <a:ext uri="{FF2B5EF4-FFF2-40B4-BE49-F238E27FC236}">
              <a16:creationId xmlns:a16="http://schemas.microsoft.com/office/drawing/2014/main" id="{AAE9E03E-588D-4AAC-8C03-C10B7B365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4:notes">
            <a:extLst>
              <a:ext uri="{FF2B5EF4-FFF2-40B4-BE49-F238E27FC236}">
                <a16:creationId xmlns:a16="http://schemas.microsoft.com/office/drawing/2014/main" id="{CD6F55BE-0877-2971-127C-10A92B98D7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4:notes">
            <a:extLst>
              <a:ext uri="{FF2B5EF4-FFF2-40B4-BE49-F238E27FC236}">
                <a16:creationId xmlns:a16="http://schemas.microsoft.com/office/drawing/2014/main" id="{80E7DFD0-0530-796F-0748-723954ED7E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84300" y="1163638"/>
            <a:ext cx="4186238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35866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>
          <a:extLst>
            <a:ext uri="{FF2B5EF4-FFF2-40B4-BE49-F238E27FC236}">
              <a16:creationId xmlns:a16="http://schemas.microsoft.com/office/drawing/2014/main" id="{3470457E-0391-1239-7893-7CD0C0BFC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4:notes">
            <a:extLst>
              <a:ext uri="{FF2B5EF4-FFF2-40B4-BE49-F238E27FC236}">
                <a16:creationId xmlns:a16="http://schemas.microsoft.com/office/drawing/2014/main" id="{C6D194C4-9677-D531-E07D-7E3F1ED290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4:notes">
            <a:extLst>
              <a:ext uri="{FF2B5EF4-FFF2-40B4-BE49-F238E27FC236}">
                <a16:creationId xmlns:a16="http://schemas.microsoft.com/office/drawing/2014/main" id="{7A69D732-B0E3-C5E7-297B-8C9632650D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84300" y="1163638"/>
            <a:ext cx="4186238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689333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>
          <a:extLst>
            <a:ext uri="{FF2B5EF4-FFF2-40B4-BE49-F238E27FC236}">
              <a16:creationId xmlns:a16="http://schemas.microsoft.com/office/drawing/2014/main" id="{5CB9D5ED-7843-833F-8175-2F3F2117D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4:notes">
            <a:extLst>
              <a:ext uri="{FF2B5EF4-FFF2-40B4-BE49-F238E27FC236}">
                <a16:creationId xmlns:a16="http://schemas.microsoft.com/office/drawing/2014/main" id="{158C2D0D-216D-28DD-86A9-5669F5C447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4:notes">
            <a:extLst>
              <a:ext uri="{FF2B5EF4-FFF2-40B4-BE49-F238E27FC236}">
                <a16:creationId xmlns:a16="http://schemas.microsoft.com/office/drawing/2014/main" id="{9909A38F-1C42-4F5D-BDBA-5A836D41DD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84300" y="1163638"/>
            <a:ext cx="4186238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684940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5:notes"/>
          <p:cNvSpPr txBox="1">
            <a:spLocks noGrp="1"/>
          </p:cNvSpPr>
          <p:nvPr>
            <p:ph type="body" idx="1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4300" y="1163638"/>
            <a:ext cx="4186238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6:notes"/>
          <p:cNvSpPr txBox="1">
            <a:spLocks noGrp="1"/>
          </p:cNvSpPr>
          <p:nvPr>
            <p:ph type="body" idx="1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4300" y="1163638"/>
            <a:ext cx="4186238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>
          <a:extLst>
            <a:ext uri="{FF2B5EF4-FFF2-40B4-BE49-F238E27FC236}">
              <a16:creationId xmlns:a16="http://schemas.microsoft.com/office/drawing/2014/main" id="{85760D48-3BD1-06B9-26FA-EBD4207B8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6:notes">
            <a:extLst>
              <a:ext uri="{FF2B5EF4-FFF2-40B4-BE49-F238E27FC236}">
                <a16:creationId xmlns:a16="http://schemas.microsoft.com/office/drawing/2014/main" id="{BEE43B78-C059-393E-BD83-4CB124ED9B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6:notes">
            <a:extLst>
              <a:ext uri="{FF2B5EF4-FFF2-40B4-BE49-F238E27FC236}">
                <a16:creationId xmlns:a16="http://schemas.microsoft.com/office/drawing/2014/main" id="{3CCD8A08-F4A2-0B22-05A5-36BE63D869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84300" y="1163638"/>
            <a:ext cx="4186238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877310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>
          <a:extLst>
            <a:ext uri="{FF2B5EF4-FFF2-40B4-BE49-F238E27FC236}">
              <a16:creationId xmlns:a16="http://schemas.microsoft.com/office/drawing/2014/main" id="{EEC38D73-7D0C-BBA8-DC70-F97566B09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5:notes">
            <a:extLst>
              <a:ext uri="{FF2B5EF4-FFF2-40B4-BE49-F238E27FC236}">
                <a16:creationId xmlns:a16="http://schemas.microsoft.com/office/drawing/2014/main" id="{007AF2ED-F7C1-E0C7-F09A-BF7592323E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7" name="Google Shape;327;p15:notes">
            <a:extLst>
              <a:ext uri="{FF2B5EF4-FFF2-40B4-BE49-F238E27FC236}">
                <a16:creationId xmlns:a16="http://schemas.microsoft.com/office/drawing/2014/main" id="{9519FC38-4234-0A3A-0380-5FF5562750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84300" y="1163638"/>
            <a:ext cx="4186238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048938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>
          <a:extLst>
            <a:ext uri="{FF2B5EF4-FFF2-40B4-BE49-F238E27FC236}">
              <a16:creationId xmlns:a16="http://schemas.microsoft.com/office/drawing/2014/main" id="{32F431E7-9A04-E16C-7CDA-FF9A4C448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5:notes">
            <a:extLst>
              <a:ext uri="{FF2B5EF4-FFF2-40B4-BE49-F238E27FC236}">
                <a16:creationId xmlns:a16="http://schemas.microsoft.com/office/drawing/2014/main" id="{B3B0C3DB-16EF-FD1A-4733-041DAE3FE4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7" name="Google Shape;327;p15:notes">
            <a:extLst>
              <a:ext uri="{FF2B5EF4-FFF2-40B4-BE49-F238E27FC236}">
                <a16:creationId xmlns:a16="http://schemas.microsoft.com/office/drawing/2014/main" id="{3EA44938-F631-2CAD-C6C6-D24A8E9406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84300" y="1163638"/>
            <a:ext cx="4186238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300974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>
          <a:extLst>
            <a:ext uri="{FF2B5EF4-FFF2-40B4-BE49-F238E27FC236}">
              <a16:creationId xmlns:a16="http://schemas.microsoft.com/office/drawing/2014/main" id="{7FB32B48-4359-1ADE-8FB4-0A9064CFF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5:notes">
            <a:extLst>
              <a:ext uri="{FF2B5EF4-FFF2-40B4-BE49-F238E27FC236}">
                <a16:creationId xmlns:a16="http://schemas.microsoft.com/office/drawing/2014/main" id="{20BE54EC-FBCB-940D-1DC7-2248C4DFF0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7" name="Google Shape;327;p15:notes">
            <a:extLst>
              <a:ext uri="{FF2B5EF4-FFF2-40B4-BE49-F238E27FC236}">
                <a16:creationId xmlns:a16="http://schemas.microsoft.com/office/drawing/2014/main" id="{CDDBC5C8-9292-0398-F991-44F9A5BCAC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84300" y="1163638"/>
            <a:ext cx="4186238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719578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>
          <a:extLst>
            <a:ext uri="{FF2B5EF4-FFF2-40B4-BE49-F238E27FC236}">
              <a16:creationId xmlns:a16="http://schemas.microsoft.com/office/drawing/2014/main" id="{64C62017-92F1-E96B-0F69-B03F6CAE0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5:notes">
            <a:extLst>
              <a:ext uri="{FF2B5EF4-FFF2-40B4-BE49-F238E27FC236}">
                <a16:creationId xmlns:a16="http://schemas.microsoft.com/office/drawing/2014/main" id="{AD3DE243-4998-7B9D-5358-B712449DC7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7" name="Google Shape;327;p15:notes">
            <a:extLst>
              <a:ext uri="{FF2B5EF4-FFF2-40B4-BE49-F238E27FC236}">
                <a16:creationId xmlns:a16="http://schemas.microsoft.com/office/drawing/2014/main" id="{F39D705D-F39B-47FF-DC58-25A3F41148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84300" y="1163638"/>
            <a:ext cx="4186238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4784737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>
          <a:extLst>
            <a:ext uri="{FF2B5EF4-FFF2-40B4-BE49-F238E27FC236}">
              <a16:creationId xmlns:a16="http://schemas.microsoft.com/office/drawing/2014/main" id="{00944AB2-2BF1-9F95-06AF-87A1F3600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6:notes">
            <a:extLst>
              <a:ext uri="{FF2B5EF4-FFF2-40B4-BE49-F238E27FC236}">
                <a16:creationId xmlns:a16="http://schemas.microsoft.com/office/drawing/2014/main" id="{E3A98796-44F8-E490-E9FC-95FF139D15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6:notes">
            <a:extLst>
              <a:ext uri="{FF2B5EF4-FFF2-40B4-BE49-F238E27FC236}">
                <a16:creationId xmlns:a16="http://schemas.microsoft.com/office/drawing/2014/main" id="{A854FF3E-460D-1759-8DB1-1B286CFA27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84300" y="1163638"/>
            <a:ext cx="4186238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497001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>
          <a:extLst>
            <a:ext uri="{FF2B5EF4-FFF2-40B4-BE49-F238E27FC236}">
              <a16:creationId xmlns:a16="http://schemas.microsoft.com/office/drawing/2014/main" id="{7E8EDA93-D287-FCD6-3661-3797E7940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6:notes">
            <a:extLst>
              <a:ext uri="{FF2B5EF4-FFF2-40B4-BE49-F238E27FC236}">
                <a16:creationId xmlns:a16="http://schemas.microsoft.com/office/drawing/2014/main" id="{98E8AB7C-22EC-B6F0-6102-14F5C6D278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6:notes">
            <a:extLst>
              <a:ext uri="{FF2B5EF4-FFF2-40B4-BE49-F238E27FC236}">
                <a16:creationId xmlns:a16="http://schemas.microsoft.com/office/drawing/2014/main" id="{BF26AAE8-D5B3-3B36-3A24-025D401770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84300" y="1163638"/>
            <a:ext cx="4186238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3626245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>
          <a:extLst>
            <a:ext uri="{FF2B5EF4-FFF2-40B4-BE49-F238E27FC236}">
              <a16:creationId xmlns:a16="http://schemas.microsoft.com/office/drawing/2014/main" id="{18A889B1-A746-D85B-86CB-8C3F15D38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6:notes">
            <a:extLst>
              <a:ext uri="{FF2B5EF4-FFF2-40B4-BE49-F238E27FC236}">
                <a16:creationId xmlns:a16="http://schemas.microsoft.com/office/drawing/2014/main" id="{AE623057-CE91-C617-5059-5F57BE2CC9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6:notes">
            <a:extLst>
              <a:ext uri="{FF2B5EF4-FFF2-40B4-BE49-F238E27FC236}">
                <a16:creationId xmlns:a16="http://schemas.microsoft.com/office/drawing/2014/main" id="{B55A5704-AC77-9D12-B034-6F7ECB2732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84300" y="1163638"/>
            <a:ext cx="4186238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7851613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9:notes"/>
          <p:cNvSpPr txBox="1">
            <a:spLocks noGrp="1"/>
          </p:cNvSpPr>
          <p:nvPr>
            <p:ph type="body" idx="1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</p:spPr>
        <p:txBody>
          <a:bodyPr spcFirstLastPara="1" wrap="square" lIns="92925" tIns="46450" rIns="92925" bIns="46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4300" y="1163638"/>
            <a:ext cx="4186238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179910" cy="114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21"/>
          <p:cNvSpPr txBox="1">
            <a:spLocks noGrp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225"/>
              </a:spcBef>
              <a:spcAft>
                <a:spcPts val="0"/>
              </a:spcAft>
              <a:buClr>
                <a:srgbClr val="888888"/>
              </a:buClr>
              <a:buSzPts val="1125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95"/>
              </a:spcBef>
              <a:spcAft>
                <a:spcPts val="0"/>
              </a:spcAft>
              <a:buClr>
                <a:srgbClr val="888888"/>
              </a:buClr>
              <a:buSzPts val="975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65"/>
              </a:spcBef>
              <a:spcAft>
                <a:spcPts val="0"/>
              </a:spcAft>
              <a:buClr>
                <a:srgbClr val="888888"/>
              </a:buClr>
              <a:buSzPts val="825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65"/>
              </a:spcBef>
              <a:spcAft>
                <a:spcPts val="0"/>
              </a:spcAft>
              <a:buClr>
                <a:srgbClr val="888888"/>
              </a:buClr>
              <a:buSzPts val="825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69"/>
              </a:spcBef>
              <a:spcAft>
                <a:spcPts val="0"/>
              </a:spcAft>
              <a:buClr>
                <a:srgbClr val="888888"/>
              </a:buClr>
              <a:buSzPts val="844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69"/>
              </a:spcBef>
              <a:spcAft>
                <a:spcPts val="0"/>
              </a:spcAft>
              <a:buClr>
                <a:srgbClr val="888888"/>
              </a:buClr>
              <a:buSzPts val="844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69"/>
              </a:spcBef>
              <a:spcAft>
                <a:spcPts val="0"/>
              </a:spcAft>
              <a:buClr>
                <a:srgbClr val="888888"/>
              </a:buClr>
              <a:buSzPts val="844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69"/>
              </a:spcBef>
              <a:spcAft>
                <a:spcPts val="0"/>
              </a:spcAft>
              <a:buClr>
                <a:srgbClr val="888888"/>
              </a:buClr>
              <a:buSzPts val="84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1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1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50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50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50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50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50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50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50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50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50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1094185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6"/>
          <p:cNvSpPr txBox="1"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46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6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6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wheel spokes="8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7"/>
          <p:cNvSpPr txBox="1"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687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69"/>
              </a:spcBef>
              <a:spcAft>
                <a:spcPts val="0"/>
              </a:spcAft>
              <a:buClr>
                <a:srgbClr val="888888"/>
              </a:buClr>
              <a:buSzPts val="844"/>
              <a:buNone/>
              <a:defRPr sz="843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152"/>
              </a:spcBef>
              <a:spcAft>
                <a:spcPts val="0"/>
              </a:spcAft>
              <a:buClr>
                <a:srgbClr val="888888"/>
              </a:buClr>
              <a:buSzPts val="760"/>
              <a:buNone/>
              <a:defRPr sz="76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35"/>
              </a:spcBef>
              <a:spcAft>
                <a:spcPts val="0"/>
              </a:spcAft>
              <a:buClr>
                <a:srgbClr val="888888"/>
              </a:buClr>
              <a:buSzPts val="675"/>
              <a:buNone/>
              <a:defRPr sz="675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18"/>
              </a:spcBef>
              <a:spcAft>
                <a:spcPts val="0"/>
              </a:spcAft>
              <a:buClr>
                <a:srgbClr val="888888"/>
              </a:buClr>
              <a:buSzPts val="591"/>
              <a:buNone/>
              <a:defRPr sz="591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18"/>
              </a:spcBef>
              <a:spcAft>
                <a:spcPts val="0"/>
              </a:spcAft>
              <a:buClr>
                <a:srgbClr val="888888"/>
              </a:buClr>
              <a:buSzPts val="591"/>
              <a:buNone/>
              <a:defRPr sz="591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18"/>
              </a:spcBef>
              <a:spcAft>
                <a:spcPts val="0"/>
              </a:spcAft>
              <a:buClr>
                <a:srgbClr val="888888"/>
              </a:buClr>
              <a:buSzPts val="591"/>
              <a:buNone/>
              <a:defRPr sz="591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18"/>
              </a:spcBef>
              <a:spcAft>
                <a:spcPts val="0"/>
              </a:spcAft>
              <a:buClr>
                <a:srgbClr val="888888"/>
              </a:buClr>
              <a:buSzPts val="591"/>
              <a:buNone/>
              <a:defRPr sz="591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18"/>
              </a:spcBef>
              <a:spcAft>
                <a:spcPts val="0"/>
              </a:spcAft>
              <a:buClr>
                <a:srgbClr val="888888"/>
              </a:buClr>
              <a:buSzPts val="591"/>
              <a:buNone/>
              <a:defRPr sz="591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18"/>
              </a:spcBef>
              <a:spcAft>
                <a:spcPts val="0"/>
              </a:spcAft>
              <a:buClr>
                <a:srgbClr val="888888"/>
              </a:buClr>
              <a:buSzPts val="591"/>
              <a:buNone/>
              <a:defRPr sz="591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47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7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7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wheel spokes="8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8"/>
          <p:cNvSpPr txBox="1">
            <a:spLocks noGrp="1"/>
          </p:cNvSpPr>
          <p:nvPr>
            <p:ph type="body" idx="1"/>
          </p:nvPr>
        </p:nvSpPr>
        <p:spPr>
          <a:xfrm>
            <a:off x="457200" y="1600206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3593" algn="l">
              <a:spcBef>
                <a:spcPts val="236"/>
              </a:spcBef>
              <a:spcAft>
                <a:spcPts val="0"/>
              </a:spcAft>
              <a:buClr>
                <a:schemeClr val="dk1"/>
              </a:buClr>
              <a:buSzPts val="1181"/>
              <a:buChar char="•"/>
              <a:defRPr sz="1181"/>
            </a:lvl1pPr>
            <a:lvl2pPr marL="914400" lvl="1" indent="-292925" algn="l"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013"/>
              <a:buChar char="–"/>
              <a:defRPr sz="1013"/>
            </a:lvl2pPr>
            <a:lvl3pPr marL="1371600" lvl="2" indent="-282194" algn="l">
              <a:spcBef>
                <a:spcPts val="169"/>
              </a:spcBef>
              <a:spcAft>
                <a:spcPts val="0"/>
              </a:spcAft>
              <a:buClr>
                <a:schemeClr val="dk1"/>
              </a:buClr>
              <a:buSzPts val="844"/>
              <a:buChar char="•"/>
              <a:defRPr sz="843"/>
            </a:lvl3pPr>
            <a:lvl4pPr marL="1828800" lvl="3" indent="-276860" algn="l">
              <a:spcBef>
                <a:spcPts val="152"/>
              </a:spcBef>
              <a:spcAft>
                <a:spcPts val="0"/>
              </a:spcAft>
              <a:buClr>
                <a:schemeClr val="dk1"/>
              </a:buClr>
              <a:buSzPts val="760"/>
              <a:buChar char="–"/>
              <a:defRPr sz="760"/>
            </a:lvl4pPr>
            <a:lvl5pPr marL="2286000" lvl="4" indent="-276860" algn="l">
              <a:spcBef>
                <a:spcPts val="152"/>
              </a:spcBef>
              <a:spcAft>
                <a:spcPts val="0"/>
              </a:spcAft>
              <a:buClr>
                <a:schemeClr val="dk1"/>
              </a:buClr>
              <a:buSzPts val="760"/>
              <a:buChar char="»"/>
              <a:defRPr sz="760"/>
            </a:lvl5pPr>
            <a:lvl6pPr marL="2743200" lvl="5" indent="-276860" algn="l">
              <a:spcBef>
                <a:spcPts val="152"/>
              </a:spcBef>
              <a:spcAft>
                <a:spcPts val="0"/>
              </a:spcAft>
              <a:buClr>
                <a:schemeClr val="dk1"/>
              </a:buClr>
              <a:buSzPts val="760"/>
              <a:buChar char="•"/>
              <a:defRPr sz="760"/>
            </a:lvl6pPr>
            <a:lvl7pPr marL="3200400" lvl="6" indent="-276860" algn="l">
              <a:spcBef>
                <a:spcPts val="152"/>
              </a:spcBef>
              <a:spcAft>
                <a:spcPts val="0"/>
              </a:spcAft>
              <a:buClr>
                <a:schemeClr val="dk1"/>
              </a:buClr>
              <a:buSzPts val="760"/>
              <a:buChar char="•"/>
              <a:defRPr sz="760"/>
            </a:lvl7pPr>
            <a:lvl8pPr marL="3657600" lvl="7" indent="-276859" algn="l">
              <a:spcBef>
                <a:spcPts val="152"/>
              </a:spcBef>
              <a:spcAft>
                <a:spcPts val="0"/>
              </a:spcAft>
              <a:buClr>
                <a:schemeClr val="dk1"/>
              </a:buClr>
              <a:buSzPts val="760"/>
              <a:buChar char="•"/>
              <a:defRPr sz="760"/>
            </a:lvl8pPr>
            <a:lvl9pPr marL="4114800" lvl="8" indent="-276859" algn="l">
              <a:spcBef>
                <a:spcPts val="152"/>
              </a:spcBef>
              <a:spcAft>
                <a:spcPts val="0"/>
              </a:spcAft>
              <a:buClr>
                <a:schemeClr val="dk1"/>
              </a:buClr>
              <a:buSzPts val="760"/>
              <a:buChar char="•"/>
              <a:defRPr sz="760"/>
            </a:lvl9pPr>
          </a:lstStyle>
          <a:p>
            <a:endParaRPr/>
          </a:p>
        </p:txBody>
      </p:sp>
      <p:sp>
        <p:nvSpPr>
          <p:cNvPr id="39" name="Google Shape;39;p48"/>
          <p:cNvSpPr txBox="1">
            <a:spLocks noGrp="1"/>
          </p:cNvSpPr>
          <p:nvPr>
            <p:ph type="body" idx="2"/>
          </p:nvPr>
        </p:nvSpPr>
        <p:spPr>
          <a:xfrm>
            <a:off x="4648200" y="1600206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3593" algn="l">
              <a:spcBef>
                <a:spcPts val="236"/>
              </a:spcBef>
              <a:spcAft>
                <a:spcPts val="0"/>
              </a:spcAft>
              <a:buClr>
                <a:schemeClr val="dk1"/>
              </a:buClr>
              <a:buSzPts val="1181"/>
              <a:buChar char="•"/>
              <a:defRPr sz="1181"/>
            </a:lvl1pPr>
            <a:lvl2pPr marL="914400" lvl="1" indent="-292925" algn="l"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013"/>
              <a:buChar char="–"/>
              <a:defRPr sz="1013"/>
            </a:lvl2pPr>
            <a:lvl3pPr marL="1371600" lvl="2" indent="-282194" algn="l">
              <a:spcBef>
                <a:spcPts val="169"/>
              </a:spcBef>
              <a:spcAft>
                <a:spcPts val="0"/>
              </a:spcAft>
              <a:buClr>
                <a:schemeClr val="dk1"/>
              </a:buClr>
              <a:buSzPts val="844"/>
              <a:buChar char="•"/>
              <a:defRPr sz="843"/>
            </a:lvl3pPr>
            <a:lvl4pPr marL="1828800" lvl="3" indent="-276860" algn="l">
              <a:spcBef>
                <a:spcPts val="152"/>
              </a:spcBef>
              <a:spcAft>
                <a:spcPts val="0"/>
              </a:spcAft>
              <a:buClr>
                <a:schemeClr val="dk1"/>
              </a:buClr>
              <a:buSzPts val="760"/>
              <a:buChar char="–"/>
              <a:defRPr sz="760"/>
            </a:lvl4pPr>
            <a:lvl5pPr marL="2286000" lvl="4" indent="-276860" algn="l">
              <a:spcBef>
                <a:spcPts val="152"/>
              </a:spcBef>
              <a:spcAft>
                <a:spcPts val="0"/>
              </a:spcAft>
              <a:buClr>
                <a:schemeClr val="dk1"/>
              </a:buClr>
              <a:buSzPts val="760"/>
              <a:buChar char="»"/>
              <a:defRPr sz="760"/>
            </a:lvl5pPr>
            <a:lvl6pPr marL="2743200" lvl="5" indent="-276860" algn="l">
              <a:spcBef>
                <a:spcPts val="152"/>
              </a:spcBef>
              <a:spcAft>
                <a:spcPts val="0"/>
              </a:spcAft>
              <a:buClr>
                <a:schemeClr val="dk1"/>
              </a:buClr>
              <a:buSzPts val="760"/>
              <a:buChar char="•"/>
              <a:defRPr sz="760"/>
            </a:lvl6pPr>
            <a:lvl7pPr marL="3200400" lvl="6" indent="-276860" algn="l">
              <a:spcBef>
                <a:spcPts val="152"/>
              </a:spcBef>
              <a:spcAft>
                <a:spcPts val="0"/>
              </a:spcAft>
              <a:buClr>
                <a:schemeClr val="dk1"/>
              </a:buClr>
              <a:buSzPts val="760"/>
              <a:buChar char="•"/>
              <a:defRPr sz="760"/>
            </a:lvl7pPr>
            <a:lvl8pPr marL="3657600" lvl="7" indent="-276859" algn="l">
              <a:spcBef>
                <a:spcPts val="152"/>
              </a:spcBef>
              <a:spcAft>
                <a:spcPts val="0"/>
              </a:spcAft>
              <a:buClr>
                <a:schemeClr val="dk1"/>
              </a:buClr>
              <a:buSzPts val="760"/>
              <a:buChar char="•"/>
              <a:defRPr sz="760"/>
            </a:lvl8pPr>
            <a:lvl9pPr marL="4114800" lvl="8" indent="-276859" algn="l">
              <a:spcBef>
                <a:spcPts val="152"/>
              </a:spcBef>
              <a:spcAft>
                <a:spcPts val="0"/>
              </a:spcAft>
              <a:buClr>
                <a:schemeClr val="dk1"/>
              </a:buClr>
              <a:buSzPts val="760"/>
              <a:buChar char="•"/>
              <a:defRPr sz="760"/>
            </a:lvl9pPr>
          </a:lstStyle>
          <a:p>
            <a:endParaRPr/>
          </a:p>
        </p:txBody>
      </p:sp>
      <p:sp>
        <p:nvSpPr>
          <p:cNvPr id="40" name="Google Shape;40;p48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8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8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wheel spokes="8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4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sz="1013" b="1"/>
            </a:lvl1pPr>
            <a:lvl2pPr marL="914400" lvl="1" indent="-228600" algn="l">
              <a:spcBef>
                <a:spcPts val="169"/>
              </a:spcBef>
              <a:spcAft>
                <a:spcPts val="0"/>
              </a:spcAft>
              <a:buClr>
                <a:schemeClr val="dk1"/>
              </a:buClr>
              <a:buSzPts val="844"/>
              <a:buNone/>
              <a:defRPr sz="843" b="1"/>
            </a:lvl2pPr>
            <a:lvl3pPr marL="1371600" lvl="2" indent="-228600" algn="l">
              <a:spcBef>
                <a:spcPts val="152"/>
              </a:spcBef>
              <a:spcAft>
                <a:spcPts val="0"/>
              </a:spcAft>
              <a:buClr>
                <a:schemeClr val="dk1"/>
              </a:buClr>
              <a:buSzPts val="760"/>
              <a:buNone/>
              <a:defRPr sz="760" b="1"/>
            </a:lvl3pPr>
            <a:lvl4pPr marL="1828800" lvl="3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1"/>
            </a:lvl4pPr>
            <a:lvl5pPr marL="2286000" lvl="4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1"/>
            </a:lvl5pPr>
            <a:lvl6pPr marL="2743200" lvl="5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1"/>
            </a:lvl6pPr>
            <a:lvl7pPr marL="3200400" lvl="6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1"/>
            </a:lvl7pPr>
            <a:lvl8pPr marL="3657600" lvl="7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1"/>
            </a:lvl8pPr>
            <a:lvl9pPr marL="4114800" lvl="8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1"/>
            </a:lvl9pPr>
          </a:lstStyle>
          <a:p>
            <a:endParaRPr/>
          </a:p>
        </p:txBody>
      </p:sp>
      <p:sp>
        <p:nvSpPr>
          <p:cNvPr id="46" name="Google Shape;46;p4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2925" algn="l"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013"/>
              <a:buChar char="•"/>
              <a:defRPr sz="1013"/>
            </a:lvl1pPr>
            <a:lvl2pPr marL="914400" lvl="1" indent="-282194" algn="l">
              <a:spcBef>
                <a:spcPts val="169"/>
              </a:spcBef>
              <a:spcAft>
                <a:spcPts val="0"/>
              </a:spcAft>
              <a:buClr>
                <a:schemeClr val="dk1"/>
              </a:buClr>
              <a:buSzPts val="844"/>
              <a:buChar char="–"/>
              <a:defRPr sz="843"/>
            </a:lvl2pPr>
            <a:lvl3pPr marL="1371600" lvl="2" indent="-276860" algn="l">
              <a:spcBef>
                <a:spcPts val="152"/>
              </a:spcBef>
              <a:spcAft>
                <a:spcPts val="0"/>
              </a:spcAft>
              <a:buClr>
                <a:schemeClr val="dk1"/>
              </a:buClr>
              <a:buSzPts val="760"/>
              <a:buChar char="•"/>
              <a:defRPr sz="760"/>
            </a:lvl3pPr>
            <a:lvl4pPr marL="1828800" lvl="3" indent="-271462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Char char="–"/>
              <a:defRPr sz="675"/>
            </a:lvl4pPr>
            <a:lvl5pPr marL="2286000" lvl="4" indent="-271462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Char char="»"/>
              <a:defRPr sz="675"/>
            </a:lvl5pPr>
            <a:lvl6pPr marL="2743200" lvl="5" indent="-271462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Char char="•"/>
              <a:defRPr sz="675"/>
            </a:lvl6pPr>
            <a:lvl7pPr marL="3200400" lvl="6" indent="-271462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Char char="•"/>
              <a:defRPr sz="675"/>
            </a:lvl7pPr>
            <a:lvl8pPr marL="3657600" lvl="7" indent="-271462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Char char="•"/>
              <a:defRPr sz="675"/>
            </a:lvl8pPr>
            <a:lvl9pPr marL="4114800" lvl="8" indent="-271462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Char char="•"/>
              <a:defRPr sz="675"/>
            </a:lvl9pPr>
          </a:lstStyle>
          <a:p>
            <a:endParaRPr/>
          </a:p>
        </p:txBody>
      </p:sp>
      <p:sp>
        <p:nvSpPr>
          <p:cNvPr id="47" name="Google Shape;47;p49"/>
          <p:cNvSpPr txBox="1">
            <a:spLocks noGrp="1"/>
          </p:cNvSpPr>
          <p:nvPr>
            <p:ph type="body" idx="3"/>
          </p:nvPr>
        </p:nvSpPr>
        <p:spPr>
          <a:xfrm>
            <a:off x="4645028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sz="1013" b="1"/>
            </a:lvl1pPr>
            <a:lvl2pPr marL="914400" lvl="1" indent="-228600" algn="l">
              <a:spcBef>
                <a:spcPts val="169"/>
              </a:spcBef>
              <a:spcAft>
                <a:spcPts val="0"/>
              </a:spcAft>
              <a:buClr>
                <a:schemeClr val="dk1"/>
              </a:buClr>
              <a:buSzPts val="844"/>
              <a:buNone/>
              <a:defRPr sz="843" b="1"/>
            </a:lvl2pPr>
            <a:lvl3pPr marL="1371600" lvl="2" indent="-228600" algn="l">
              <a:spcBef>
                <a:spcPts val="152"/>
              </a:spcBef>
              <a:spcAft>
                <a:spcPts val="0"/>
              </a:spcAft>
              <a:buClr>
                <a:schemeClr val="dk1"/>
              </a:buClr>
              <a:buSzPts val="760"/>
              <a:buNone/>
              <a:defRPr sz="760" b="1"/>
            </a:lvl3pPr>
            <a:lvl4pPr marL="1828800" lvl="3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1"/>
            </a:lvl4pPr>
            <a:lvl5pPr marL="2286000" lvl="4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1"/>
            </a:lvl5pPr>
            <a:lvl6pPr marL="2743200" lvl="5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1"/>
            </a:lvl6pPr>
            <a:lvl7pPr marL="3200400" lvl="6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1"/>
            </a:lvl7pPr>
            <a:lvl8pPr marL="3657600" lvl="7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1"/>
            </a:lvl8pPr>
            <a:lvl9pPr marL="4114800" lvl="8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 b="1"/>
            </a:lvl9pPr>
          </a:lstStyle>
          <a:p>
            <a:endParaRPr/>
          </a:p>
        </p:txBody>
      </p:sp>
      <p:sp>
        <p:nvSpPr>
          <p:cNvPr id="48" name="Google Shape;48;p49"/>
          <p:cNvSpPr txBox="1">
            <a:spLocks noGrp="1"/>
          </p:cNvSpPr>
          <p:nvPr>
            <p:ph type="body" idx="4"/>
          </p:nvPr>
        </p:nvSpPr>
        <p:spPr>
          <a:xfrm>
            <a:off x="4645028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2925" algn="l"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013"/>
              <a:buChar char="•"/>
              <a:defRPr sz="1013"/>
            </a:lvl1pPr>
            <a:lvl2pPr marL="914400" lvl="1" indent="-282194" algn="l">
              <a:spcBef>
                <a:spcPts val="169"/>
              </a:spcBef>
              <a:spcAft>
                <a:spcPts val="0"/>
              </a:spcAft>
              <a:buClr>
                <a:schemeClr val="dk1"/>
              </a:buClr>
              <a:buSzPts val="844"/>
              <a:buChar char="–"/>
              <a:defRPr sz="843"/>
            </a:lvl2pPr>
            <a:lvl3pPr marL="1371600" lvl="2" indent="-276860" algn="l">
              <a:spcBef>
                <a:spcPts val="152"/>
              </a:spcBef>
              <a:spcAft>
                <a:spcPts val="0"/>
              </a:spcAft>
              <a:buClr>
                <a:schemeClr val="dk1"/>
              </a:buClr>
              <a:buSzPts val="760"/>
              <a:buChar char="•"/>
              <a:defRPr sz="760"/>
            </a:lvl3pPr>
            <a:lvl4pPr marL="1828800" lvl="3" indent="-271462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Char char="–"/>
              <a:defRPr sz="675"/>
            </a:lvl4pPr>
            <a:lvl5pPr marL="2286000" lvl="4" indent="-271462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Char char="»"/>
              <a:defRPr sz="675"/>
            </a:lvl5pPr>
            <a:lvl6pPr marL="2743200" lvl="5" indent="-271462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Char char="•"/>
              <a:defRPr sz="675"/>
            </a:lvl6pPr>
            <a:lvl7pPr marL="3200400" lvl="6" indent="-271462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Char char="•"/>
              <a:defRPr sz="675"/>
            </a:lvl7pPr>
            <a:lvl8pPr marL="3657600" lvl="7" indent="-271462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Char char="•"/>
              <a:defRPr sz="675"/>
            </a:lvl8pPr>
            <a:lvl9pPr marL="4114800" lvl="8" indent="-271462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Char char="•"/>
              <a:defRPr sz="675"/>
            </a:lvl9pPr>
          </a:lstStyle>
          <a:p>
            <a:endParaRPr/>
          </a:p>
        </p:txBody>
      </p:sp>
      <p:sp>
        <p:nvSpPr>
          <p:cNvPr id="49" name="Google Shape;49;p49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49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9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wheel spokes="8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50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0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0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wheel spokes="8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1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51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1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wheel spokes="8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2"/>
          <p:cNvSpPr txBox="1"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43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2"/>
          <p:cNvSpPr txBox="1">
            <a:spLocks noGrp="1"/>
          </p:cNvSpPr>
          <p:nvPr>
            <p:ph type="body" idx="1"/>
          </p:nvPr>
        </p:nvSpPr>
        <p:spPr>
          <a:xfrm>
            <a:off x="3575050" y="273056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1pPr>
            <a:lvl2pPr marL="914400" lvl="1" indent="-303593" algn="l">
              <a:spcBef>
                <a:spcPts val="236"/>
              </a:spcBef>
              <a:spcAft>
                <a:spcPts val="0"/>
              </a:spcAft>
              <a:buClr>
                <a:schemeClr val="dk1"/>
              </a:buClr>
              <a:buSzPts val="1181"/>
              <a:buChar char="–"/>
              <a:defRPr sz="1181"/>
            </a:lvl2pPr>
            <a:lvl3pPr marL="1371600" lvl="2" indent="-292925" algn="l"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013"/>
              <a:buChar char="•"/>
              <a:defRPr sz="1013"/>
            </a:lvl3pPr>
            <a:lvl4pPr marL="1828800" lvl="3" indent="-282194" algn="l">
              <a:spcBef>
                <a:spcPts val="169"/>
              </a:spcBef>
              <a:spcAft>
                <a:spcPts val="0"/>
              </a:spcAft>
              <a:buClr>
                <a:schemeClr val="dk1"/>
              </a:buClr>
              <a:buSzPts val="844"/>
              <a:buChar char="–"/>
              <a:defRPr sz="843"/>
            </a:lvl4pPr>
            <a:lvl5pPr marL="2286000" lvl="4" indent="-282194" algn="l">
              <a:spcBef>
                <a:spcPts val="169"/>
              </a:spcBef>
              <a:spcAft>
                <a:spcPts val="0"/>
              </a:spcAft>
              <a:buClr>
                <a:schemeClr val="dk1"/>
              </a:buClr>
              <a:buSzPts val="844"/>
              <a:buChar char="»"/>
              <a:defRPr sz="843"/>
            </a:lvl5pPr>
            <a:lvl6pPr marL="2743200" lvl="5" indent="-282194" algn="l">
              <a:spcBef>
                <a:spcPts val="169"/>
              </a:spcBef>
              <a:spcAft>
                <a:spcPts val="0"/>
              </a:spcAft>
              <a:buClr>
                <a:schemeClr val="dk1"/>
              </a:buClr>
              <a:buSzPts val="844"/>
              <a:buChar char="•"/>
              <a:defRPr sz="843"/>
            </a:lvl6pPr>
            <a:lvl7pPr marL="3200400" lvl="6" indent="-282194" algn="l">
              <a:spcBef>
                <a:spcPts val="169"/>
              </a:spcBef>
              <a:spcAft>
                <a:spcPts val="0"/>
              </a:spcAft>
              <a:buClr>
                <a:schemeClr val="dk1"/>
              </a:buClr>
              <a:buSzPts val="844"/>
              <a:buChar char="•"/>
              <a:defRPr sz="843"/>
            </a:lvl7pPr>
            <a:lvl8pPr marL="3657600" lvl="7" indent="-282194" algn="l">
              <a:spcBef>
                <a:spcPts val="169"/>
              </a:spcBef>
              <a:spcAft>
                <a:spcPts val="0"/>
              </a:spcAft>
              <a:buClr>
                <a:schemeClr val="dk1"/>
              </a:buClr>
              <a:buSzPts val="844"/>
              <a:buChar char="•"/>
              <a:defRPr sz="843"/>
            </a:lvl8pPr>
            <a:lvl9pPr marL="4114800" lvl="8" indent="-282194" algn="l">
              <a:spcBef>
                <a:spcPts val="169"/>
              </a:spcBef>
              <a:spcAft>
                <a:spcPts val="0"/>
              </a:spcAft>
              <a:buClr>
                <a:schemeClr val="dk1"/>
              </a:buClr>
              <a:buSzPts val="844"/>
              <a:buChar char="•"/>
              <a:defRPr sz="843"/>
            </a:lvl9pPr>
          </a:lstStyle>
          <a:p>
            <a:endParaRPr/>
          </a:p>
        </p:txBody>
      </p:sp>
      <p:sp>
        <p:nvSpPr>
          <p:cNvPr id="64" name="Google Shape;64;p52"/>
          <p:cNvSpPr txBox="1">
            <a:spLocks noGrp="1"/>
          </p:cNvSpPr>
          <p:nvPr>
            <p:ph type="body" idx="2"/>
          </p:nvPr>
        </p:nvSpPr>
        <p:spPr>
          <a:xfrm>
            <a:off x="457202" y="1435103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118"/>
              </a:spcBef>
              <a:spcAft>
                <a:spcPts val="0"/>
              </a:spcAft>
              <a:buClr>
                <a:schemeClr val="dk1"/>
              </a:buClr>
              <a:buSzPts val="591"/>
              <a:buNone/>
              <a:defRPr sz="591"/>
            </a:lvl1pPr>
            <a:lvl2pPr marL="914400" lvl="1" indent="-228600" algn="l">
              <a:spcBef>
                <a:spcPts val="101"/>
              </a:spcBef>
              <a:spcAft>
                <a:spcPts val="0"/>
              </a:spcAft>
              <a:buClr>
                <a:schemeClr val="dk1"/>
              </a:buClr>
              <a:buSzPts val="506"/>
              <a:buNone/>
              <a:defRPr sz="506"/>
            </a:lvl2pPr>
            <a:lvl3pPr marL="1371600" lvl="2" indent="-228600" algn="l">
              <a:spcBef>
                <a:spcPts val="84"/>
              </a:spcBef>
              <a:spcAft>
                <a:spcPts val="0"/>
              </a:spcAft>
              <a:buClr>
                <a:schemeClr val="dk1"/>
              </a:buClr>
              <a:buSzPts val="422"/>
              <a:buNone/>
              <a:defRPr sz="421"/>
            </a:lvl3pPr>
            <a:lvl4pPr marL="1828800" lvl="3" indent="-228600" algn="l">
              <a:spcBef>
                <a:spcPts val="76"/>
              </a:spcBef>
              <a:spcAft>
                <a:spcPts val="0"/>
              </a:spcAft>
              <a:buClr>
                <a:schemeClr val="dk1"/>
              </a:buClr>
              <a:buSzPts val="380"/>
              <a:buNone/>
              <a:defRPr sz="380"/>
            </a:lvl4pPr>
            <a:lvl5pPr marL="2286000" lvl="4" indent="-228600" algn="l">
              <a:spcBef>
                <a:spcPts val="76"/>
              </a:spcBef>
              <a:spcAft>
                <a:spcPts val="0"/>
              </a:spcAft>
              <a:buClr>
                <a:schemeClr val="dk1"/>
              </a:buClr>
              <a:buSzPts val="380"/>
              <a:buNone/>
              <a:defRPr sz="380"/>
            </a:lvl5pPr>
            <a:lvl6pPr marL="2743200" lvl="5" indent="-228600" algn="l">
              <a:spcBef>
                <a:spcPts val="76"/>
              </a:spcBef>
              <a:spcAft>
                <a:spcPts val="0"/>
              </a:spcAft>
              <a:buClr>
                <a:schemeClr val="dk1"/>
              </a:buClr>
              <a:buSzPts val="380"/>
              <a:buNone/>
              <a:defRPr sz="380"/>
            </a:lvl6pPr>
            <a:lvl7pPr marL="3200400" lvl="6" indent="-228600" algn="l">
              <a:spcBef>
                <a:spcPts val="76"/>
              </a:spcBef>
              <a:spcAft>
                <a:spcPts val="0"/>
              </a:spcAft>
              <a:buClr>
                <a:schemeClr val="dk1"/>
              </a:buClr>
              <a:buSzPts val="380"/>
              <a:buNone/>
              <a:defRPr sz="380"/>
            </a:lvl7pPr>
            <a:lvl8pPr marL="3657600" lvl="7" indent="-228600" algn="l">
              <a:spcBef>
                <a:spcPts val="76"/>
              </a:spcBef>
              <a:spcAft>
                <a:spcPts val="0"/>
              </a:spcAft>
              <a:buClr>
                <a:schemeClr val="dk1"/>
              </a:buClr>
              <a:buSzPts val="380"/>
              <a:buNone/>
              <a:defRPr sz="380"/>
            </a:lvl8pPr>
            <a:lvl9pPr marL="4114800" lvl="8" indent="-228600" algn="l">
              <a:spcBef>
                <a:spcPts val="76"/>
              </a:spcBef>
              <a:spcAft>
                <a:spcPts val="0"/>
              </a:spcAft>
              <a:buClr>
                <a:schemeClr val="dk1"/>
              </a:buClr>
              <a:buSzPts val="380"/>
              <a:buNone/>
              <a:defRPr sz="380"/>
            </a:lvl9pPr>
          </a:lstStyle>
          <a:p>
            <a:endParaRPr/>
          </a:p>
        </p:txBody>
      </p:sp>
      <p:sp>
        <p:nvSpPr>
          <p:cNvPr id="65" name="Google Shape;65;p52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2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2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wheel spokes="8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43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5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118"/>
              </a:spcBef>
              <a:spcAft>
                <a:spcPts val="0"/>
              </a:spcAft>
              <a:buClr>
                <a:schemeClr val="dk1"/>
              </a:buClr>
              <a:buSzPts val="591"/>
              <a:buNone/>
              <a:defRPr sz="591"/>
            </a:lvl1pPr>
            <a:lvl2pPr marL="914400" lvl="1" indent="-228600" algn="l">
              <a:spcBef>
                <a:spcPts val="101"/>
              </a:spcBef>
              <a:spcAft>
                <a:spcPts val="0"/>
              </a:spcAft>
              <a:buClr>
                <a:schemeClr val="dk1"/>
              </a:buClr>
              <a:buSzPts val="506"/>
              <a:buNone/>
              <a:defRPr sz="506"/>
            </a:lvl2pPr>
            <a:lvl3pPr marL="1371600" lvl="2" indent="-228600" algn="l">
              <a:spcBef>
                <a:spcPts val="84"/>
              </a:spcBef>
              <a:spcAft>
                <a:spcPts val="0"/>
              </a:spcAft>
              <a:buClr>
                <a:schemeClr val="dk1"/>
              </a:buClr>
              <a:buSzPts val="422"/>
              <a:buNone/>
              <a:defRPr sz="421"/>
            </a:lvl3pPr>
            <a:lvl4pPr marL="1828800" lvl="3" indent="-228600" algn="l">
              <a:spcBef>
                <a:spcPts val="76"/>
              </a:spcBef>
              <a:spcAft>
                <a:spcPts val="0"/>
              </a:spcAft>
              <a:buClr>
                <a:schemeClr val="dk1"/>
              </a:buClr>
              <a:buSzPts val="380"/>
              <a:buNone/>
              <a:defRPr sz="380"/>
            </a:lvl4pPr>
            <a:lvl5pPr marL="2286000" lvl="4" indent="-228600" algn="l">
              <a:spcBef>
                <a:spcPts val="76"/>
              </a:spcBef>
              <a:spcAft>
                <a:spcPts val="0"/>
              </a:spcAft>
              <a:buClr>
                <a:schemeClr val="dk1"/>
              </a:buClr>
              <a:buSzPts val="380"/>
              <a:buNone/>
              <a:defRPr sz="380"/>
            </a:lvl5pPr>
            <a:lvl6pPr marL="2743200" lvl="5" indent="-228600" algn="l">
              <a:spcBef>
                <a:spcPts val="76"/>
              </a:spcBef>
              <a:spcAft>
                <a:spcPts val="0"/>
              </a:spcAft>
              <a:buClr>
                <a:schemeClr val="dk1"/>
              </a:buClr>
              <a:buSzPts val="380"/>
              <a:buNone/>
              <a:defRPr sz="380"/>
            </a:lvl6pPr>
            <a:lvl7pPr marL="3200400" lvl="6" indent="-228600" algn="l">
              <a:spcBef>
                <a:spcPts val="76"/>
              </a:spcBef>
              <a:spcAft>
                <a:spcPts val="0"/>
              </a:spcAft>
              <a:buClr>
                <a:schemeClr val="dk1"/>
              </a:buClr>
              <a:buSzPts val="380"/>
              <a:buNone/>
              <a:defRPr sz="380"/>
            </a:lvl7pPr>
            <a:lvl8pPr marL="3657600" lvl="7" indent="-228600" algn="l">
              <a:spcBef>
                <a:spcPts val="76"/>
              </a:spcBef>
              <a:spcAft>
                <a:spcPts val="0"/>
              </a:spcAft>
              <a:buClr>
                <a:schemeClr val="dk1"/>
              </a:buClr>
              <a:buSzPts val="380"/>
              <a:buNone/>
              <a:defRPr sz="380"/>
            </a:lvl8pPr>
            <a:lvl9pPr marL="4114800" lvl="8" indent="-228600" algn="l">
              <a:spcBef>
                <a:spcPts val="76"/>
              </a:spcBef>
              <a:spcAft>
                <a:spcPts val="0"/>
              </a:spcAft>
              <a:buClr>
                <a:schemeClr val="dk1"/>
              </a:buClr>
              <a:buSzPts val="380"/>
              <a:buNone/>
              <a:defRPr sz="380"/>
            </a:lvl9pPr>
          </a:lstStyle>
          <a:p>
            <a:endParaRPr/>
          </a:p>
        </p:txBody>
      </p:sp>
      <p:sp>
        <p:nvSpPr>
          <p:cNvPr id="72" name="Google Shape;72;p53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3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53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wheel spokes="8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4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54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54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54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wheel spokes="8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5"/>
          <p:cNvSpPr txBox="1">
            <a:spLocks noGrp="1"/>
          </p:cNvSpPr>
          <p:nvPr>
            <p:ph type="title"/>
          </p:nvPr>
        </p:nvSpPr>
        <p:spPr>
          <a:xfrm rot="5400000">
            <a:off x="4732338" y="2171707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6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55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55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55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wheel spokes="8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lip Art" type="txAndClipArt">
  <p:cSld name="TEXT_AND_CLIPAR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6"/>
          <p:cNvSpPr txBox="1">
            <a:spLocks noGrp="1"/>
          </p:cNvSpPr>
          <p:nvPr>
            <p:ph type="title"/>
          </p:nvPr>
        </p:nvSpPr>
        <p:spPr>
          <a:xfrm>
            <a:off x="838200" y="342900"/>
            <a:ext cx="7772400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56"/>
          <p:cNvSpPr txBox="1">
            <a:spLocks noGrp="1"/>
          </p:cNvSpPr>
          <p:nvPr>
            <p:ph type="body" idx="1"/>
          </p:nvPr>
        </p:nvSpPr>
        <p:spPr>
          <a:xfrm>
            <a:off x="838200" y="17526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56"/>
          <p:cNvSpPr>
            <a:spLocks noGrp="1"/>
          </p:cNvSpPr>
          <p:nvPr>
            <p:ph type="clipArt" idx="2"/>
          </p:nvPr>
        </p:nvSpPr>
        <p:spPr>
          <a:xfrm>
            <a:off x="4800600" y="1752600"/>
            <a:ext cx="38100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p56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56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56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506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dt" idx="10"/>
          </p:nvPr>
        </p:nvSpPr>
        <p:spPr>
          <a:xfrm>
            <a:off x="457200" y="63564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3"/>
          <p:cNvSpPr txBox="1">
            <a:spLocks noGrp="1"/>
          </p:cNvSpPr>
          <p:nvPr>
            <p:ph type="ftr" idx="11"/>
          </p:nvPr>
        </p:nvSpPr>
        <p:spPr>
          <a:xfrm>
            <a:off x="3124200" y="6356438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3"/>
          <p:cNvSpPr txBox="1">
            <a:spLocks noGrp="1"/>
          </p:cNvSpPr>
          <p:nvPr>
            <p:ph type="sldNum" idx="12"/>
          </p:nvPr>
        </p:nvSpPr>
        <p:spPr>
          <a:xfrm>
            <a:off x="6553200" y="63564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8"/>
          <p:cNvSpPr txBox="1">
            <a:spLocks noGrp="1"/>
          </p:cNvSpPr>
          <p:nvPr>
            <p:ph type="ctrTitle"/>
          </p:nvPr>
        </p:nvSpPr>
        <p:spPr>
          <a:xfrm>
            <a:off x="685800" y="2130513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3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1" name="Google Shape;121;p38"/>
          <p:cNvSpPr txBox="1">
            <a:spLocks noGrp="1"/>
          </p:cNvSpPr>
          <p:nvPr>
            <p:ph type="dt" idx="10"/>
          </p:nvPr>
        </p:nvSpPr>
        <p:spPr>
          <a:xfrm>
            <a:off x="457200" y="63564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38"/>
          <p:cNvSpPr txBox="1">
            <a:spLocks noGrp="1"/>
          </p:cNvSpPr>
          <p:nvPr>
            <p:ph type="ftr" idx="11"/>
          </p:nvPr>
        </p:nvSpPr>
        <p:spPr>
          <a:xfrm>
            <a:off x="3124200" y="6356438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38"/>
          <p:cNvSpPr txBox="1">
            <a:spLocks noGrp="1"/>
          </p:cNvSpPr>
          <p:nvPr>
            <p:ph type="sldNum" idx="12"/>
          </p:nvPr>
        </p:nvSpPr>
        <p:spPr>
          <a:xfrm>
            <a:off x="6553200" y="63564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9"/>
          <p:cNvSpPr txBox="1">
            <a:spLocks noGrp="1"/>
          </p:cNvSpPr>
          <p:nvPr>
            <p:ph type="title"/>
          </p:nvPr>
        </p:nvSpPr>
        <p:spPr>
          <a:xfrm>
            <a:off x="722313" y="4406988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3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7" name="Google Shape;127;p39"/>
          <p:cNvSpPr txBox="1">
            <a:spLocks noGrp="1"/>
          </p:cNvSpPr>
          <p:nvPr>
            <p:ph type="dt" idx="10"/>
          </p:nvPr>
        </p:nvSpPr>
        <p:spPr>
          <a:xfrm>
            <a:off x="457200" y="63564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9"/>
          <p:cNvSpPr txBox="1">
            <a:spLocks noGrp="1"/>
          </p:cNvSpPr>
          <p:nvPr>
            <p:ph type="ftr" idx="11"/>
          </p:nvPr>
        </p:nvSpPr>
        <p:spPr>
          <a:xfrm>
            <a:off x="3124200" y="6356438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39"/>
          <p:cNvSpPr txBox="1">
            <a:spLocks noGrp="1"/>
          </p:cNvSpPr>
          <p:nvPr>
            <p:ph type="sldNum" idx="12"/>
          </p:nvPr>
        </p:nvSpPr>
        <p:spPr>
          <a:xfrm>
            <a:off x="6553200" y="63564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40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33" name="Google Shape;133;p4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34" name="Google Shape;134;p40"/>
          <p:cNvSpPr txBox="1">
            <a:spLocks noGrp="1"/>
          </p:cNvSpPr>
          <p:nvPr>
            <p:ph type="body" idx="3"/>
          </p:nvPr>
        </p:nvSpPr>
        <p:spPr>
          <a:xfrm>
            <a:off x="4645069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35" name="Google Shape;135;p40"/>
          <p:cNvSpPr txBox="1">
            <a:spLocks noGrp="1"/>
          </p:cNvSpPr>
          <p:nvPr>
            <p:ph type="body" idx="4"/>
          </p:nvPr>
        </p:nvSpPr>
        <p:spPr>
          <a:xfrm>
            <a:off x="4645069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36" name="Google Shape;136;p40"/>
          <p:cNvSpPr txBox="1">
            <a:spLocks noGrp="1"/>
          </p:cNvSpPr>
          <p:nvPr>
            <p:ph type="dt" idx="10"/>
          </p:nvPr>
        </p:nvSpPr>
        <p:spPr>
          <a:xfrm>
            <a:off x="457200" y="63564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40"/>
          <p:cNvSpPr txBox="1">
            <a:spLocks noGrp="1"/>
          </p:cNvSpPr>
          <p:nvPr>
            <p:ph type="ftr" idx="11"/>
          </p:nvPr>
        </p:nvSpPr>
        <p:spPr>
          <a:xfrm>
            <a:off x="3124200" y="6356438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40"/>
          <p:cNvSpPr txBox="1">
            <a:spLocks noGrp="1"/>
          </p:cNvSpPr>
          <p:nvPr>
            <p:ph type="sldNum" idx="12"/>
          </p:nvPr>
        </p:nvSpPr>
        <p:spPr>
          <a:xfrm>
            <a:off x="6553200" y="63564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1"/>
          <p:cNvSpPr txBox="1">
            <a:spLocks noGrp="1"/>
          </p:cNvSpPr>
          <p:nvPr>
            <p:ph type="dt" idx="10"/>
          </p:nvPr>
        </p:nvSpPr>
        <p:spPr>
          <a:xfrm>
            <a:off x="457200" y="63564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41"/>
          <p:cNvSpPr txBox="1">
            <a:spLocks noGrp="1"/>
          </p:cNvSpPr>
          <p:nvPr>
            <p:ph type="ftr" idx="11"/>
          </p:nvPr>
        </p:nvSpPr>
        <p:spPr>
          <a:xfrm>
            <a:off x="3124200" y="6356438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41"/>
          <p:cNvSpPr txBox="1">
            <a:spLocks noGrp="1"/>
          </p:cNvSpPr>
          <p:nvPr>
            <p:ph type="sldNum" idx="12"/>
          </p:nvPr>
        </p:nvSpPr>
        <p:spPr>
          <a:xfrm>
            <a:off x="6553200" y="63564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2"/>
          <p:cNvSpPr txBox="1"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42"/>
          <p:cNvSpPr txBox="1">
            <a:spLocks noGrp="1"/>
          </p:cNvSpPr>
          <p:nvPr>
            <p:ph type="body" idx="1"/>
          </p:nvPr>
        </p:nvSpPr>
        <p:spPr>
          <a:xfrm>
            <a:off x="3575050" y="273138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46" name="Google Shape;146;p42"/>
          <p:cNvSpPr txBox="1">
            <a:spLocks noGrp="1"/>
          </p:cNvSpPr>
          <p:nvPr>
            <p:ph type="body" idx="2"/>
          </p:nvPr>
        </p:nvSpPr>
        <p:spPr>
          <a:xfrm>
            <a:off x="457202" y="1435103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7" name="Google Shape;147;p42"/>
          <p:cNvSpPr txBox="1">
            <a:spLocks noGrp="1"/>
          </p:cNvSpPr>
          <p:nvPr>
            <p:ph type="dt" idx="10"/>
          </p:nvPr>
        </p:nvSpPr>
        <p:spPr>
          <a:xfrm>
            <a:off x="457200" y="63564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42"/>
          <p:cNvSpPr txBox="1">
            <a:spLocks noGrp="1"/>
          </p:cNvSpPr>
          <p:nvPr>
            <p:ph type="ftr" idx="11"/>
          </p:nvPr>
        </p:nvSpPr>
        <p:spPr>
          <a:xfrm>
            <a:off x="3124200" y="6356438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42"/>
          <p:cNvSpPr txBox="1">
            <a:spLocks noGrp="1"/>
          </p:cNvSpPr>
          <p:nvPr>
            <p:ph type="sldNum" idx="12"/>
          </p:nvPr>
        </p:nvSpPr>
        <p:spPr>
          <a:xfrm>
            <a:off x="6553200" y="63564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4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4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54" name="Google Shape;154;p43"/>
          <p:cNvSpPr txBox="1">
            <a:spLocks noGrp="1"/>
          </p:cNvSpPr>
          <p:nvPr>
            <p:ph type="dt" idx="10"/>
          </p:nvPr>
        </p:nvSpPr>
        <p:spPr>
          <a:xfrm>
            <a:off x="457200" y="63564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43"/>
          <p:cNvSpPr txBox="1">
            <a:spLocks noGrp="1"/>
          </p:cNvSpPr>
          <p:nvPr>
            <p:ph type="ftr" idx="11"/>
          </p:nvPr>
        </p:nvSpPr>
        <p:spPr>
          <a:xfrm>
            <a:off x="3124200" y="6356438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43"/>
          <p:cNvSpPr txBox="1">
            <a:spLocks noGrp="1"/>
          </p:cNvSpPr>
          <p:nvPr>
            <p:ph type="sldNum" idx="12"/>
          </p:nvPr>
        </p:nvSpPr>
        <p:spPr>
          <a:xfrm>
            <a:off x="6553200" y="63564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44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2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44"/>
          <p:cNvSpPr txBox="1">
            <a:spLocks noGrp="1"/>
          </p:cNvSpPr>
          <p:nvPr>
            <p:ph type="dt" idx="10"/>
          </p:nvPr>
        </p:nvSpPr>
        <p:spPr>
          <a:xfrm>
            <a:off x="457200" y="63564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44"/>
          <p:cNvSpPr txBox="1">
            <a:spLocks noGrp="1"/>
          </p:cNvSpPr>
          <p:nvPr>
            <p:ph type="ftr" idx="11"/>
          </p:nvPr>
        </p:nvSpPr>
        <p:spPr>
          <a:xfrm>
            <a:off x="3124200" y="6356438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44"/>
          <p:cNvSpPr txBox="1">
            <a:spLocks noGrp="1"/>
          </p:cNvSpPr>
          <p:nvPr>
            <p:ph type="sldNum" idx="12"/>
          </p:nvPr>
        </p:nvSpPr>
        <p:spPr>
          <a:xfrm>
            <a:off x="6553200" y="63564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5"/>
          <p:cNvSpPr txBox="1">
            <a:spLocks noGrp="1"/>
          </p:cNvSpPr>
          <p:nvPr>
            <p:ph type="title"/>
          </p:nvPr>
        </p:nvSpPr>
        <p:spPr>
          <a:xfrm rot="5400000">
            <a:off x="4732338" y="2171789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4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88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6" name="Google Shape;166;p45"/>
          <p:cNvSpPr txBox="1">
            <a:spLocks noGrp="1"/>
          </p:cNvSpPr>
          <p:nvPr>
            <p:ph type="dt" idx="10"/>
          </p:nvPr>
        </p:nvSpPr>
        <p:spPr>
          <a:xfrm>
            <a:off x="457200" y="63564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45"/>
          <p:cNvSpPr txBox="1">
            <a:spLocks noGrp="1"/>
          </p:cNvSpPr>
          <p:nvPr>
            <p:ph type="ftr" idx="11"/>
          </p:nvPr>
        </p:nvSpPr>
        <p:spPr>
          <a:xfrm>
            <a:off x="3124200" y="6356438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45"/>
          <p:cNvSpPr txBox="1">
            <a:spLocks noGrp="1"/>
          </p:cNvSpPr>
          <p:nvPr>
            <p:ph type="sldNum" idx="12"/>
          </p:nvPr>
        </p:nvSpPr>
        <p:spPr>
          <a:xfrm>
            <a:off x="6553200" y="63564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1094185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6"/>
          <p:cNvSpPr txBox="1"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46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6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6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6"/>
              <a:buFont typeface="Arial"/>
              <a:buNone/>
              <a:defRPr sz="50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6"/>
              <a:buFont typeface="Arial"/>
              <a:buNone/>
              <a:defRPr sz="50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6"/>
              <a:buFont typeface="Arial"/>
              <a:buNone/>
              <a:defRPr sz="50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6"/>
              <a:buFont typeface="Arial"/>
              <a:buNone/>
              <a:defRPr sz="50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6"/>
              <a:buFont typeface="Arial"/>
              <a:buNone/>
              <a:defRPr sz="50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6"/>
              <a:buFont typeface="Arial"/>
              <a:buNone/>
              <a:defRPr sz="50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6"/>
              <a:buFont typeface="Arial"/>
              <a:buNone/>
              <a:defRPr sz="50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6"/>
              <a:buFont typeface="Arial"/>
              <a:buNone/>
              <a:defRPr sz="50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6"/>
              <a:buFont typeface="Arial"/>
              <a:buNone/>
              <a:defRPr sz="50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1025810"/>
      </p:ext>
    </p:extLst>
  </p:cSld>
  <p:clrMapOvr>
    <a:masterClrMapping/>
  </p:clrMapOvr>
  <p:transition>
    <p:wheel spokes="8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8" name="Google Shape;178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2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4" name="Google Shape;184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2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3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96" name="Google Shape;196;p3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97" name="Google Shape;197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3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03" name="Google Shape;203;p3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204" name="Google Shape;204;p3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05" name="Google Shape;205;p3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206" name="Google Shape;206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3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21" name="Google Shape;221;p3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22" name="Google Shape;222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3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3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229" name="Google Shape;229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3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5" name="Google Shape;235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3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1" name="Google Shape;241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3" name="Google Shape;243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20"/>
          <p:cNvSpPr txBox="1"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00037" algn="l" rtl="0">
              <a:spcBef>
                <a:spcPts val="225"/>
              </a:spcBef>
              <a:spcAft>
                <a:spcPts val="0"/>
              </a:spcAft>
              <a:buClr>
                <a:schemeClr val="dk1"/>
              </a:buClr>
              <a:buSzPts val="1125"/>
              <a:buFont typeface="Arial"/>
              <a:buChar char="–"/>
              <a:defRPr sz="112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90512" algn="l" rtl="0"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Char char="•"/>
              <a:defRPr sz="9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80987" algn="l" rtl="0">
              <a:spcBef>
                <a:spcPts val="165"/>
              </a:spcBef>
              <a:spcAft>
                <a:spcPts val="0"/>
              </a:spcAft>
              <a:buClr>
                <a:schemeClr val="dk1"/>
              </a:buClr>
              <a:buSzPts val="825"/>
              <a:buFont typeface="Arial"/>
              <a:buChar char="–"/>
              <a:defRPr sz="82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80987" algn="l" rtl="0">
              <a:spcBef>
                <a:spcPts val="165"/>
              </a:spcBef>
              <a:spcAft>
                <a:spcPts val="0"/>
              </a:spcAft>
              <a:buClr>
                <a:schemeClr val="dk1"/>
              </a:buClr>
              <a:buSzPts val="825"/>
              <a:buFont typeface="Arial"/>
              <a:buChar char="»"/>
              <a:defRPr sz="82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82194" algn="l" rtl="0">
              <a:spcBef>
                <a:spcPts val="169"/>
              </a:spcBef>
              <a:spcAft>
                <a:spcPts val="0"/>
              </a:spcAft>
              <a:buClr>
                <a:schemeClr val="dk1"/>
              </a:buClr>
              <a:buSzPts val="844"/>
              <a:buFont typeface="Arial"/>
              <a:buChar char="•"/>
              <a:defRPr sz="84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82194" algn="l" rtl="0">
              <a:spcBef>
                <a:spcPts val="169"/>
              </a:spcBef>
              <a:spcAft>
                <a:spcPts val="0"/>
              </a:spcAft>
              <a:buClr>
                <a:schemeClr val="dk1"/>
              </a:buClr>
              <a:buSzPts val="844"/>
              <a:buFont typeface="Arial"/>
              <a:buChar char="•"/>
              <a:defRPr sz="84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82194" algn="l" rtl="0">
              <a:spcBef>
                <a:spcPts val="169"/>
              </a:spcBef>
              <a:spcAft>
                <a:spcPts val="0"/>
              </a:spcAft>
              <a:buClr>
                <a:schemeClr val="dk1"/>
              </a:buClr>
              <a:buSzPts val="844"/>
              <a:buFont typeface="Arial"/>
              <a:buChar char="•"/>
              <a:defRPr sz="84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82194" algn="l" rtl="0">
              <a:spcBef>
                <a:spcPts val="169"/>
              </a:spcBef>
              <a:spcAft>
                <a:spcPts val="0"/>
              </a:spcAft>
              <a:buClr>
                <a:schemeClr val="dk1"/>
              </a:buClr>
              <a:buSzPts val="844"/>
              <a:buFont typeface="Arial"/>
              <a:buChar char="•"/>
              <a:defRPr sz="84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0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0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50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50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50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50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50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50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50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50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506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" name="Google Shape;15;p20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0" y="66675"/>
            <a:ext cx="1179910" cy="114935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wheel spokes="8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6" name="Google Shape;96;p22"/>
          <p:cNvSpPr txBox="1"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7" name="Google Shape;97;p22"/>
          <p:cNvSpPr txBox="1">
            <a:spLocks noGrp="1"/>
          </p:cNvSpPr>
          <p:nvPr>
            <p:ph type="dt" idx="10"/>
          </p:nvPr>
        </p:nvSpPr>
        <p:spPr>
          <a:xfrm>
            <a:off x="457200" y="63564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8" name="Google Shape;98;p22"/>
          <p:cNvSpPr txBox="1">
            <a:spLocks noGrp="1"/>
          </p:cNvSpPr>
          <p:nvPr>
            <p:ph type="ftr" idx="11"/>
          </p:nvPr>
        </p:nvSpPr>
        <p:spPr>
          <a:xfrm>
            <a:off x="3124200" y="6356438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9" name="Google Shape;99;p22"/>
          <p:cNvSpPr txBox="1">
            <a:spLocks noGrp="1"/>
          </p:cNvSpPr>
          <p:nvPr>
            <p:ph type="sldNum" idx="12"/>
          </p:nvPr>
        </p:nvSpPr>
        <p:spPr>
          <a:xfrm>
            <a:off x="6553200" y="63564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85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1" name="Google Shape;171;p2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2" name="Google Shape;172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3" name="Google Shape;173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4" name="Google Shape;174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gif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jpe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.jpe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2.jpe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1.png"/><Relationship Id="rId4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2.png"/><Relationship Id="rId4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3.png"/><Relationship Id="rId4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1" descr="Graphical user interface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324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"/>
          <p:cNvSpPr txBox="1"/>
          <p:nvPr/>
        </p:nvSpPr>
        <p:spPr>
          <a:xfrm>
            <a:off x="990600" y="3429000"/>
            <a:ext cx="7034893" cy="846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Faculty of Engineering And Technology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Department  of Artificial </a:t>
            </a:r>
            <a:r>
              <a:rPr lang="en-US" sz="21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Intelligence and Data Science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"/>
          <p:cNvSpPr txBox="1">
            <a:spLocks noGrp="1"/>
          </p:cNvSpPr>
          <p:nvPr>
            <p:ph type="sldNum" idx="12"/>
          </p:nvPr>
        </p:nvSpPr>
        <p:spPr>
          <a:xfrm>
            <a:off x="6553200" y="63564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2</a:t>
            </a:fld>
            <a:endParaRPr>
              <a:solidFill>
                <a:srgbClr val="888888"/>
              </a:solidFill>
            </a:endParaRPr>
          </a:p>
        </p:txBody>
      </p:sp>
      <p:pic>
        <p:nvPicPr>
          <p:cNvPr id="256" name="Google Shape;256;p2" descr="A picture containing text, clipar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4288"/>
            <a:ext cx="1042988" cy="1221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" y="6248400"/>
            <a:ext cx="9144001" cy="613831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"/>
          <p:cNvSpPr/>
          <p:nvPr/>
        </p:nvSpPr>
        <p:spPr>
          <a:xfrm>
            <a:off x="457200" y="454383"/>
            <a:ext cx="8375936" cy="1261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Computer Graphics</a:t>
            </a:r>
            <a:r>
              <a:rPr lang="en-US" sz="36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 </a:t>
            </a:r>
            <a:endParaRPr sz="36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59" name="Google Shape;259;p2"/>
          <p:cNvSpPr txBox="1"/>
          <p:nvPr/>
        </p:nvSpPr>
        <p:spPr>
          <a:xfrm>
            <a:off x="457200" y="2019278"/>
            <a:ext cx="8381999" cy="3314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OF STUDENT: Pawan Dilip Chaudhari</a:t>
            </a:r>
          </a:p>
          <a:p>
            <a:pPr marL="342900" marR="0" lvl="0" indent="-34290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ROLL NO.: DMET1223020</a:t>
            </a:r>
            <a:endParaRPr dirty="0"/>
          </a:p>
          <a:p>
            <a:pPr marR="0" lvl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endParaRPr dirty="0"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Char char="•"/>
            </a:pPr>
            <a:r>
              <a:rPr lang="en-US" sz="2000" b="1" u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Artificial Intelligence and Data Science</a:t>
            </a:r>
            <a:endParaRPr sz="2400" b="1" u="none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70000"/>
              </a:lnSpc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Char char="•"/>
            </a:pPr>
            <a:r>
              <a:rPr lang="en-US" sz="1800" b="1" u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u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FACULTY OF ENGINEERING AND TECHNOLOGY</a:t>
            </a:r>
            <a:r>
              <a:rPr lang="en-US" sz="2000" b="1" u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DMIHER (DU), SAWANGI (MEGHE), WARDHA</a:t>
            </a:r>
            <a:endParaRPr sz="1800" b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 0</a:t>
            </a: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1800" b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-11-2025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"/>
          <p:cNvSpPr txBox="1">
            <a:spLocks noGrp="1"/>
          </p:cNvSpPr>
          <p:nvPr>
            <p:ph type="sldNum" idx="12"/>
          </p:nvPr>
        </p:nvSpPr>
        <p:spPr>
          <a:xfrm>
            <a:off x="6553200" y="63564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3</a:t>
            </a:fld>
            <a:endParaRPr>
              <a:solidFill>
                <a:srgbClr val="888888"/>
              </a:solidFill>
            </a:endParaRPr>
          </a:p>
        </p:txBody>
      </p:sp>
      <p:pic>
        <p:nvPicPr>
          <p:cNvPr id="265" name="Google Shape;265;p3" descr="A picture containing text, clipar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4288"/>
            <a:ext cx="1042988" cy="1221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" y="6248400"/>
            <a:ext cx="9144001" cy="613831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"/>
          <p:cNvSpPr txBox="1"/>
          <p:nvPr/>
        </p:nvSpPr>
        <p:spPr>
          <a:xfrm>
            <a:off x="533401" y="1752600"/>
            <a:ext cx="80772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PROGRESS PRESENTATION 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</a:t>
            </a:r>
            <a:br>
              <a:rPr lang="en-US" sz="3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MOOCS COURSE</a:t>
            </a:r>
            <a:b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"/>
          <p:cNvSpPr txBox="1">
            <a:spLocks noGrp="1"/>
          </p:cNvSpPr>
          <p:nvPr>
            <p:ph type="sldNum" idx="12"/>
          </p:nvPr>
        </p:nvSpPr>
        <p:spPr>
          <a:xfrm>
            <a:off x="6553200" y="63564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4</a:t>
            </a:fld>
            <a:endParaRPr>
              <a:solidFill>
                <a:srgbClr val="888888"/>
              </a:solidFill>
            </a:endParaRPr>
          </a:p>
        </p:txBody>
      </p:sp>
      <p:pic>
        <p:nvPicPr>
          <p:cNvPr id="273" name="Google Shape;273;p4" descr="A picture containing text, clipar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4288"/>
            <a:ext cx="1042988" cy="1221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" y="6248400"/>
            <a:ext cx="9144001" cy="613831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4"/>
          <p:cNvSpPr txBox="1">
            <a:spLocks noGrp="1"/>
          </p:cNvSpPr>
          <p:nvPr>
            <p:ph type="title"/>
          </p:nvPr>
        </p:nvSpPr>
        <p:spPr>
          <a:xfrm>
            <a:off x="2133600" y="381000"/>
            <a:ext cx="3962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CONTENTS</a:t>
            </a:r>
            <a:b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2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48878B-6BFE-8757-C14F-9876EF3499F0}"/>
              </a:ext>
            </a:extLst>
          </p:cNvPr>
          <p:cNvSpPr txBox="1"/>
          <p:nvPr/>
        </p:nvSpPr>
        <p:spPr>
          <a:xfrm>
            <a:off x="1493134" y="860458"/>
            <a:ext cx="655127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>
              <a:buSzPct val="90000"/>
              <a:buFont typeface="Arial"/>
              <a:buAutoNum type="arabicPeriod"/>
            </a:pP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lang="en-US" sz="1600" dirty="0"/>
          </a:p>
          <a:p>
            <a:pPr marL="514350" lvl="0" indent="-514350">
              <a:buSzPct val="90000"/>
              <a:buFont typeface="Arial"/>
              <a:buAutoNum type="arabicPeriod"/>
            </a:pP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Course Summary</a:t>
            </a:r>
            <a:endParaRPr lang="en-US" sz="1600" dirty="0"/>
          </a:p>
          <a:p>
            <a:pPr marL="514350" lvl="0" indent="-514350">
              <a:buSzPct val="90000"/>
              <a:buFont typeface="Arial"/>
              <a:buAutoNum type="arabicPeriod"/>
            </a:pP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Key Insights of Week 1</a:t>
            </a:r>
            <a:endParaRPr lang="en-US" sz="1600" dirty="0"/>
          </a:p>
          <a:p>
            <a:pPr marL="514350" lvl="0" indent="-514350">
              <a:buSzPct val="90000"/>
              <a:buFont typeface="Arial"/>
              <a:buAutoNum type="arabicPeriod"/>
            </a:pP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Key Insights of Week 2</a:t>
            </a:r>
            <a:endParaRPr lang="en-US" sz="1600" dirty="0"/>
          </a:p>
          <a:p>
            <a:pPr marL="514350" indent="-514350">
              <a:buSzPct val="90000"/>
              <a:buFont typeface="Arial"/>
              <a:buAutoNum type="arabicPeriod"/>
            </a:pP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Key Insights of Week 3</a:t>
            </a:r>
          </a:p>
          <a:p>
            <a:pPr marL="514350" indent="-514350">
              <a:buSzPct val="90000"/>
              <a:buFont typeface="Arial"/>
              <a:buAutoNum type="arabicPeriod"/>
            </a:pPr>
            <a:r>
              <a:rPr lang="en-US" sz="1600" dirty="0">
                <a:latin typeface="Times New Roman"/>
                <a:cs typeface="Times New Roman"/>
                <a:sym typeface="Times New Roman"/>
              </a:rPr>
              <a:t>Key Insights of Week 4</a:t>
            </a:r>
            <a:endParaRPr lang="en-US" sz="1600" dirty="0">
              <a:latin typeface="Times New Roman"/>
              <a:cs typeface="Times New Roman"/>
            </a:endParaRPr>
          </a:p>
          <a:p>
            <a:pPr marL="514350" indent="-514350">
              <a:buSzPct val="90000"/>
              <a:buFont typeface="Arial"/>
              <a:buAutoNum type="arabicPeriod"/>
            </a:pPr>
            <a:r>
              <a:rPr lang="en-US" sz="1600" dirty="0">
                <a:latin typeface="Times New Roman"/>
                <a:cs typeface="Times New Roman"/>
                <a:sym typeface="Times New Roman"/>
              </a:rPr>
              <a:t>Key Insights of Week 5</a:t>
            </a:r>
            <a:endParaRPr lang="en-US" sz="1600" dirty="0">
              <a:latin typeface="Times New Roman"/>
              <a:cs typeface="Times New Roman"/>
            </a:endParaRPr>
          </a:p>
          <a:p>
            <a:pPr marL="514350" indent="-514350">
              <a:buSzPct val="90000"/>
              <a:buFont typeface="Arial"/>
              <a:buAutoNum type="arabicPeriod"/>
            </a:pPr>
            <a:r>
              <a:rPr lang="en-US" sz="1600" dirty="0">
                <a:latin typeface="Times New Roman"/>
                <a:cs typeface="Times New Roman"/>
                <a:sym typeface="Times New Roman"/>
              </a:rPr>
              <a:t>Key Insights of Week 6</a:t>
            </a:r>
          </a:p>
          <a:p>
            <a:pPr marL="514350" indent="-514350">
              <a:buSzPct val="90000"/>
              <a:buFont typeface="Arial"/>
              <a:buAutoNum type="arabicPeriod"/>
            </a:pPr>
            <a:r>
              <a:rPr lang="en-US" sz="1600" dirty="0">
                <a:latin typeface="Times New Roman"/>
                <a:cs typeface="Times New Roman"/>
                <a:sym typeface="Times New Roman"/>
              </a:rPr>
              <a:t>Key Insights of Week 7</a:t>
            </a:r>
          </a:p>
          <a:p>
            <a:pPr marL="514350" indent="-514350">
              <a:buSzPct val="90000"/>
              <a:buFont typeface="Arial"/>
              <a:buAutoNum type="arabicPeriod"/>
            </a:pPr>
            <a:r>
              <a:rPr lang="en-US" sz="1600" dirty="0">
                <a:latin typeface="Times New Roman"/>
                <a:cs typeface="Times New Roman"/>
                <a:sym typeface="Times New Roman"/>
              </a:rPr>
              <a:t>Key Insights of Week 8</a:t>
            </a:r>
          </a:p>
          <a:p>
            <a:pPr marL="514350" lvl="0" indent="-514350">
              <a:buSzPct val="90000"/>
              <a:buFont typeface="Arial"/>
              <a:buAutoNum type="arabicPeriod"/>
            </a:pP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Screenshot of Assignment 1</a:t>
            </a:r>
            <a:endParaRPr lang="en-US" sz="1600" dirty="0"/>
          </a:p>
          <a:p>
            <a:pPr marL="514350" lvl="0" indent="-514350">
              <a:buSzPct val="90000"/>
              <a:buFont typeface="Arial"/>
              <a:buAutoNum type="arabicPeriod"/>
            </a:pP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Screenshot of Assignment 2</a:t>
            </a:r>
            <a:endParaRPr lang="en-US" sz="1600" dirty="0"/>
          </a:p>
          <a:p>
            <a:pPr marL="514350" lvl="0" indent="-514350">
              <a:buSzPct val="90000"/>
              <a:buFont typeface="Arial"/>
              <a:buAutoNum type="arabicPeriod"/>
            </a:pP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Screenshot of Assignment 3</a:t>
            </a:r>
          </a:p>
          <a:p>
            <a:pPr marL="514350" indent="-514350">
              <a:buSzPct val="90000"/>
              <a:buFont typeface="Arial"/>
              <a:buAutoNum type="arabicPeriod"/>
            </a:pP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Screenshot of Assignment 4</a:t>
            </a:r>
            <a:endParaRPr lang="en-US" sz="1600" dirty="0"/>
          </a:p>
          <a:p>
            <a:pPr marL="514350" indent="-514350">
              <a:buSzPct val="90000"/>
              <a:buFont typeface="Arial"/>
              <a:buAutoNum type="arabicPeriod"/>
            </a:pP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Screenshot of Assignment 5</a:t>
            </a:r>
            <a:endParaRPr lang="en-US" sz="1600" dirty="0"/>
          </a:p>
          <a:p>
            <a:pPr marL="514350" indent="-514350">
              <a:buSzPct val="90000"/>
              <a:buFont typeface="Arial"/>
              <a:buAutoNum type="arabicPeriod"/>
            </a:pP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Screenshot of Assignment 6</a:t>
            </a:r>
            <a:endParaRPr lang="en-US" sz="1600" dirty="0"/>
          </a:p>
          <a:p>
            <a:pPr marL="514350" indent="-514350">
              <a:buSzPct val="90000"/>
              <a:buFont typeface="Arial"/>
              <a:buAutoNum type="arabicPeriod"/>
            </a:pP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Screenshot of Assignment 7</a:t>
            </a:r>
          </a:p>
          <a:p>
            <a:pPr marL="514350" indent="-514350">
              <a:buSzPct val="90000"/>
              <a:buFont typeface="Arial"/>
              <a:buAutoNum type="arabicPeriod"/>
            </a:pP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Screenshot of Assignment 8</a:t>
            </a:r>
            <a:endParaRPr lang="en-US" sz="1600" dirty="0"/>
          </a:p>
          <a:p>
            <a:pPr marL="514350" lvl="0" indent="-514350">
              <a:buSzPct val="90000"/>
              <a:buFont typeface="Arial"/>
              <a:buAutoNum type="arabicPeriod"/>
            </a:pP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Assessment scores</a:t>
            </a:r>
            <a:endParaRPr lang="en-US" sz="1600" dirty="0"/>
          </a:p>
          <a:p>
            <a:pPr marL="514350" lvl="0" indent="-514350">
              <a:buSzPct val="90000"/>
              <a:buFont typeface="Arial"/>
              <a:buAutoNum type="arabicPeriod"/>
            </a:pP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Screenshot of Progress of the course</a:t>
            </a:r>
            <a:endParaRPr lang="en-US" sz="1600" dirty="0"/>
          </a:p>
          <a:p>
            <a:pPr marL="514350" lvl="0" indent="-514350">
              <a:buSzPct val="90000"/>
              <a:buFont typeface="Arial"/>
              <a:buAutoNum type="arabicPeriod"/>
            </a:pP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Certificate of the examination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"/>
          <p:cNvSpPr txBox="1">
            <a:spLocks noGrp="1"/>
          </p:cNvSpPr>
          <p:nvPr>
            <p:ph type="sldNum" idx="12"/>
          </p:nvPr>
        </p:nvSpPr>
        <p:spPr>
          <a:xfrm>
            <a:off x="6553200" y="63564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5</a:t>
            </a:fld>
            <a:endParaRPr>
              <a:solidFill>
                <a:srgbClr val="888888"/>
              </a:solidFill>
            </a:endParaRPr>
          </a:p>
        </p:txBody>
      </p:sp>
      <p:pic>
        <p:nvPicPr>
          <p:cNvPr id="282" name="Google Shape;282;p5" descr="A picture containing text, clipar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4288"/>
            <a:ext cx="1042988" cy="1221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" y="6248400"/>
            <a:ext cx="9144001" cy="61383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166D8BC-ED70-5BC2-FADB-BC49D90A3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CE91EBF-6C32-D6FA-3EDA-980810AFD1B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57196" y="1355657"/>
            <a:ext cx="8347590" cy="4370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4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Graphics pipeline is use for process the modeling objects to final image rendering.</a:t>
            </a:r>
          </a:p>
          <a:p>
            <a:pPr marL="0" lvl="0" indent="0" algn="just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Graphics systems is use for hardware (GPU, monitors) and software that support image generation.</a:t>
            </a:r>
          </a:p>
          <a:p>
            <a:pPr marL="0" lvl="0" indent="0" algn="just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Boundary representation (B-Rep) it represents objects by their surfaces, edges, and vertices.</a:t>
            </a:r>
          </a:p>
          <a:p>
            <a:pPr marL="0" lvl="0" indent="0" algn="just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Splines and spatial partitioning shows smooth curves for shapes; dividing scenes into smaller parts for efficiency.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graphics is Widely used in games, movies, CAD/CAM, and virtual reality.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Graphics is the art and science that powers everything from blockbuster movie effects and immersive video games to architectural design and medical imaging.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9"/>
          <p:cNvSpPr txBox="1">
            <a:spLocks noGrp="1"/>
          </p:cNvSpPr>
          <p:nvPr>
            <p:ph type="sldNum" idx="12"/>
          </p:nvPr>
        </p:nvSpPr>
        <p:spPr>
          <a:xfrm>
            <a:off x="6553200" y="63564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6</a:t>
            </a:fld>
            <a:endParaRPr>
              <a:solidFill>
                <a:srgbClr val="888888"/>
              </a:solidFill>
            </a:endParaRPr>
          </a:p>
        </p:txBody>
      </p:sp>
      <p:pic>
        <p:nvPicPr>
          <p:cNvPr id="328" name="Google Shape;328;p9" descr="A picture containing text, clipar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4288"/>
            <a:ext cx="1042988" cy="1221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" y="6248400"/>
            <a:ext cx="9144001" cy="61383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78E5B22-CE99-7250-1F78-C0B18640D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105"/>
            <a:ext cx="8229600" cy="1143000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Summary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EB684A-4681-8B15-B8EE-46543EBD2E29}"/>
              </a:ext>
            </a:extLst>
          </p:cNvPr>
          <p:cNvSpPr txBox="1"/>
          <p:nvPr/>
        </p:nvSpPr>
        <p:spPr>
          <a:xfrm>
            <a:off x="457200" y="1114500"/>
            <a:ext cx="82296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Evolution of computer graphics and challenges in creating realistic images of computer graphics has grown from basic line drawings to advanced 3D visuals. </a:t>
            </a: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Basics of graphics pipeline and fundamental graphics systems is the process of turning models into images step by step.</a:t>
            </a:r>
            <a:b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works with both hardware like GPUs and software that manage rendering.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representation methods including B-Rep and splines</a:t>
            </a:r>
            <a:b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B-Rep represents objects using their surfaces, edges, and vertices.</a:t>
            </a:r>
            <a:b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Splines are smooth curves used for modeling shapes more accurately.</a:t>
            </a: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laid the groundwork by exploring the history and core components of a graphics system. The key takeaway was understanding the Graphics Pipeline—the step-by-step factory process that turns 3D data into a final image.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0"/>
          <p:cNvSpPr txBox="1">
            <a:spLocks noGrp="1"/>
          </p:cNvSpPr>
          <p:nvPr>
            <p:ph type="sldNum" idx="12"/>
          </p:nvPr>
        </p:nvSpPr>
        <p:spPr>
          <a:xfrm>
            <a:off x="6553200" y="63564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7</a:t>
            </a:fld>
            <a:endParaRPr>
              <a:solidFill>
                <a:srgbClr val="888888"/>
              </a:solidFill>
            </a:endParaRPr>
          </a:p>
        </p:txBody>
      </p:sp>
      <p:pic>
        <p:nvPicPr>
          <p:cNvPr id="336" name="Google Shape;336;p10" descr="A picture containing text, clipar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4288"/>
            <a:ext cx="1042988" cy="1221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" y="6248400"/>
            <a:ext cx="9144001" cy="61383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7FE0591-4E05-29F0-3533-4F6733957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of Week 1</a:t>
            </a: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38FE4E-4C45-DA23-1E3D-FD97646FC7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303" y="1417638"/>
            <a:ext cx="8559392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computer graphics and its applications in gaming, movies, CAD, and simulations.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Historical development of graphics, from simple 2D line drawings to advanced 3D rendering.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Major challenges such as achieving realism, handling large data, and improving speed.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Overview of the graphics pipeline as the foundation for generating images.</a:t>
            </a:r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Resolution is the total number of pixels (width x height). Higher resolution means more detail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Color Depth (Bit Depth) is the number of bits used to represent the color of a single pixel (e.g., 24-bit "True Color" offers over 16 million colors).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>
          <a:extLst>
            <a:ext uri="{FF2B5EF4-FFF2-40B4-BE49-F238E27FC236}">
              <a16:creationId xmlns:a16="http://schemas.microsoft.com/office/drawing/2014/main" id="{9EE5C1CA-705A-D3BA-CC52-A1FACF285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1">
            <a:extLst>
              <a:ext uri="{FF2B5EF4-FFF2-40B4-BE49-F238E27FC236}">
                <a16:creationId xmlns:a16="http://schemas.microsoft.com/office/drawing/2014/main" id="{362FCB4B-6986-74B0-7256-2BE8B2AD4B7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4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8</a:t>
            </a:fld>
            <a:endParaRPr>
              <a:solidFill>
                <a:srgbClr val="888888"/>
              </a:solidFill>
            </a:endParaRPr>
          </a:p>
        </p:txBody>
      </p:sp>
      <p:pic>
        <p:nvPicPr>
          <p:cNvPr id="344" name="Google Shape;344;p1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EB2E3B34-1D88-AB71-6B7F-B808B937FF7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4288"/>
            <a:ext cx="1042988" cy="1221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11">
            <a:extLst>
              <a:ext uri="{FF2B5EF4-FFF2-40B4-BE49-F238E27FC236}">
                <a16:creationId xmlns:a16="http://schemas.microsoft.com/office/drawing/2014/main" id="{3A9E749A-3EE9-0E73-AAC4-0A1425E3009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" y="6248400"/>
            <a:ext cx="9144001" cy="61383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CBC5FF9-E68B-0552-654B-274657977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of Week 1</a:t>
            </a:r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0401BE9-1124-9BAF-FCBB-913F4E1703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199" y="886123"/>
            <a:ext cx="8229600" cy="275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Resolution: The total count of pixels (e.g., 1920*1080).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Color Depth: The number of bits per pixel (e.g., 24-bit for True Color).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Raster (Bitmap): Pixels; great for photos; scales poorly.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Vector: Mathematical descriptions; great for logos/fonts; scales perfectly.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2" name="Picture 4" descr="Colour Depth - Polytato">
            <a:extLst>
              <a:ext uri="{FF2B5EF4-FFF2-40B4-BE49-F238E27FC236}">
                <a16:creationId xmlns:a16="http://schemas.microsoft.com/office/drawing/2014/main" id="{92AF47AC-077D-3CFD-8D5F-A86CC5223E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8191" y="3031589"/>
            <a:ext cx="4358608" cy="2940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5547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1"/>
          <p:cNvSpPr txBox="1">
            <a:spLocks noGrp="1"/>
          </p:cNvSpPr>
          <p:nvPr>
            <p:ph type="sldNum" idx="12"/>
          </p:nvPr>
        </p:nvSpPr>
        <p:spPr>
          <a:xfrm>
            <a:off x="6553200" y="63564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9</a:t>
            </a:fld>
            <a:endParaRPr>
              <a:solidFill>
                <a:srgbClr val="888888"/>
              </a:solidFill>
            </a:endParaRPr>
          </a:p>
        </p:txBody>
      </p:sp>
      <p:pic>
        <p:nvPicPr>
          <p:cNvPr id="344" name="Google Shape;344;p11" descr="A picture containing text, clipar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4288"/>
            <a:ext cx="1042988" cy="1221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" y="6248400"/>
            <a:ext cx="9144001" cy="61383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7FB9ACF-496D-E4B2-4F5F-C78593F75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of Week 2</a:t>
            </a: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D3508F-AA0C-ED52-FA6B-8323D683F9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199" y="1376110"/>
            <a:ext cx="8229599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structure and stages of the graphics pipeline in detail.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Basics of graphics systems including display devices, input devices, and GPUs</a:t>
            </a: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object representation methods like Boundary Representation (B-Rep).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of splines and spatial partitioning to represent curves and manage complex scenes.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inevitable visual defect, or "jaggies," caused by approximating a smooth line onto a square grid.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core line-drawing algorithm used in graphics hardware because it achieves maximum speed.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>
          <a:extLst>
            <a:ext uri="{FF2B5EF4-FFF2-40B4-BE49-F238E27FC236}">
              <a16:creationId xmlns:a16="http://schemas.microsoft.com/office/drawing/2014/main" id="{633C43AE-C66E-8708-D922-5E7ED1713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1">
            <a:extLst>
              <a:ext uri="{FF2B5EF4-FFF2-40B4-BE49-F238E27FC236}">
                <a16:creationId xmlns:a16="http://schemas.microsoft.com/office/drawing/2014/main" id="{1F68C8B0-16F1-0594-4043-970BEBD340E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4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10</a:t>
            </a:fld>
            <a:endParaRPr>
              <a:solidFill>
                <a:srgbClr val="888888"/>
              </a:solidFill>
            </a:endParaRPr>
          </a:p>
        </p:txBody>
      </p:sp>
      <p:pic>
        <p:nvPicPr>
          <p:cNvPr id="344" name="Google Shape;344;p1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ECF19764-401E-CD9F-03F2-009E0799DF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4288"/>
            <a:ext cx="1042988" cy="1221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11">
            <a:extLst>
              <a:ext uri="{FF2B5EF4-FFF2-40B4-BE49-F238E27FC236}">
                <a16:creationId xmlns:a16="http://schemas.microsoft.com/office/drawing/2014/main" id="{EB9AA7AE-3DFE-B9A5-E1BC-BEBD65C5371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" y="6248400"/>
            <a:ext cx="9144001" cy="61383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3B6281E-E6DF-AD3F-2420-0DEDA8649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of Week 2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800BE65-A160-5B32-7816-F7A5CA896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198" y="1417638"/>
            <a:ext cx="8229601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 It completely avoids slow floating-point arithmetic and relies only on simple integer arithmetic (addition, subtraction, comparison).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Decision: It uses a simple integer decision parameter to check which of the two potential next pixels is mathematically closest to the ideal line path.</a:t>
            </a:r>
          </a:p>
        </p:txBody>
      </p:sp>
      <p:pic>
        <p:nvPicPr>
          <p:cNvPr id="3075" name="Picture 3" descr="Boundary Representation (B-Rep) - Techniques For Geometric Modeling -  CAD/CAM/CAE - YouTube">
            <a:extLst>
              <a:ext uri="{FF2B5EF4-FFF2-40B4-BE49-F238E27FC236}">
                <a16:creationId xmlns:a16="http://schemas.microsoft.com/office/drawing/2014/main" id="{F85566A8-7F7A-0C74-877A-29AB0D8D4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2583" y="3155341"/>
            <a:ext cx="6098959" cy="3060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7360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4"/>
          <p:cNvSpPr txBox="1">
            <a:spLocks noGrp="1"/>
          </p:cNvSpPr>
          <p:nvPr>
            <p:ph type="sldNum" idx="12"/>
          </p:nvPr>
        </p:nvSpPr>
        <p:spPr>
          <a:xfrm>
            <a:off x="6553200" y="63564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11</a:t>
            </a:fld>
            <a:endParaRPr>
              <a:solidFill>
                <a:srgbClr val="888888"/>
              </a:solidFill>
            </a:endParaRPr>
          </a:p>
        </p:txBody>
      </p:sp>
      <p:pic>
        <p:nvPicPr>
          <p:cNvPr id="369" name="Google Shape;369;p14" descr="A picture containing text, clipar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4288"/>
            <a:ext cx="1042988" cy="1221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" y="6248400"/>
            <a:ext cx="9144001" cy="61383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A7F1501-4952-DED6-D01E-3589C6AA13B3}"/>
              </a:ext>
            </a:extLst>
          </p:cNvPr>
          <p:cNvSpPr txBox="1"/>
          <p:nvPr/>
        </p:nvSpPr>
        <p:spPr>
          <a:xfrm>
            <a:off x="1129004" y="288828"/>
            <a:ext cx="70446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of Week 3 </a:t>
            </a:r>
            <a:endParaRPr lang="en-IN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D649FC-A62A-96D1-D877-99B272144E4F}"/>
              </a:ext>
            </a:extLst>
          </p:cNvPr>
          <p:cNvSpPr txBox="1"/>
          <p:nvPr/>
        </p:nvSpPr>
        <p:spPr>
          <a:xfrm>
            <a:off x="442452" y="1414272"/>
            <a:ext cx="8244348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Study of geometric transformations such as translation, rotation, and scaling.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homogeneous coordinates for simplifying transformations.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Learning transformation composition by combining multiple operations using matrices.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Extending transformations into 3D space and integrating them into the graphics pipeline.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key transformations are Translation (movement), Rotation (orientation), and Scaling (size change).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functions to precisely change an object's position, size, or orientation.</a:t>
            </a:r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>
          <a:extLst>
            <a:ext uri="{FF2B5EF4-FFF2-40B4-BE49-F238E27FC236}">
              <a16:creationId xmlns:a16="http://schemas.microsoft.com/office/drawing/2014/main" id="{9D92CD44-887C-E550-12AD-C118A07FC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1">
            <a:extLst>
              <a:ext uri="{FF2B5EF4-FFF2-40B4-BE49-F238E27FC236}">
                <a16:creationId xmlns:a16="http://schemas.microsoft.com/office/drawing/2014/main" id="{DD9EF79D-CD4C-76B0-1CC0-AEC7913620A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4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12</a:t>
            </a:fld>
            <a:endParaRPr>
              <a:solidFill>
                <a:srgbClr val="888888"/>
              </a:solidFill>
            </a:endParaRPr>
          </a:p>
        </p:txBody>
      </p:sp>
      <p:pic>
        <p:nvPicPr>
          <p:cNvPr id="344" name="Google Shape;344;p1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E57F9BA9-0D65-9F31-DB83-DCCAFEEA794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4288"/>
            <a:ext cx="1042988" cy="1221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11">
            <a:extLst>
              <a:ext uri="{FF2B5EF4-FFF2-40B4-BE49-F238E27FC236}">
                <a16:creationId xmlns:a16="http://schemas.microsoft.com/office/drawing/2014/main" id="{B3957214-07A6-2A71-E51B-1E2CE9EB70C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" y="6248400"/>
            <a:ext cx="9144001" cy="61383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951ABB6-327F-819C-A789-6BB52E59D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of Week 3</a:t>
            </a: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8DE839-F015-9F81-231C-B59A74D475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199" y="1679957"/>
            <a:ext cx="8421329" cy="2416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Homogeneous Coordinates: A crucial mathematical trick where an N-dimensional point is given an N+1 coordinate (e.g., (x, y)   (x, y, 1)).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Matrix Advantage: This trick allows Translation to be represented as a matrix multiplication, just like Rotation and Scaling.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Efficiency: Multiple sequential transformations are combined by multiplying their matrices into one Composite Transformation Matrix, which is applied to all object vertices in a single step.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E93F1DE-4F24-7110-0511-FFE3A9EE73CA}"/>
              </a:ext>
            </a:extLst>
          </p:cNvPr>
          <p:cNvCxnSpPr/>
          <p:nvPr/>
        </p:nvCxnSpPr>
        <p:spPr>
          <a:xfrm>
            <a:off x="6995886" y="2249714"/>
            <a:ext cx="1451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9" name="Picture 3" descr="Basic Transformations in OPENGL - GeeksforGeeks">
            <a:extLst>
              <a:ext uri="{FF2B5EF4-FFF2-40B4-BE49-F238E27FC236}">
                <a16:creationId xmlns:a16="http://schemas.microsoft.com/office/drawing/2014/main" id="{9FB4832E-BFC7-C8EC-3B9A-B68A1D6B2D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2182" y="4181237"/>
            <a:ext cx="6171361" cy="1834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6487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>
          <a:extLst>
            <a:ext uri="{FF2B5EF4-FFF2-40B4-BE49-F238E27FC236}">
              <a16:creationId xmlns:a16="http://schemas.microsoft.com/office/drawing/2014/main" id="{22BA2685-EEB6-6550-B027-F3CA20023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1">
            <a:extLst>
              <a:ext uri="{FF2B5EF4-FFF2-40B4-BE49-F238E27FC236}">
                <a16:creationId xmlns:a16="http://schemas.microsoft.com/office/drawing/2014/main" id="{704336FD-189C-FBC3-F593-9D07164562D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4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solidFill>
                  <a:srgbClr val="888888"/>
                </a:solidFill>
              </a:rPr>
              <a:t>13</a:t>
            </a:fld>
            <a:endParaRPr lang="en-US">
              <a:solidFill>
                <a:srgbClr val="888888"/>
              </a:solidFill>
            </a:endParaRPr>
          </a:p>
        </p:txBody>
      </p:sp>
      <p:pic>
        <p:nvPicPr>
          <p:cNvPr id="344" name="Google Shape;344;p1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F912537-ADF3-90F9-C17A-6F17C7ADDAB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4288"/>
            <a:ext cx="1042988" cy="1221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11">
            <a:extLst>
              <a:ext uri="{FF2B5EF4-FFF2-40B4-BE49-F238E27FC236}">
                <a16:creationId xmlns:a16="http://schemas.microsoft.com/office/drawing/2014/main" id="{B456B12E-A0C8-787A-D627-FFC3EEE4B69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" y="6248400"/>
            <a:ext cx="9144001" cy="61383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8097206-0B8F-B8E4-461A-346ABB5D7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of Week 4</a:t>
            </a: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127FAF-82B9-1777-D45A-D313698543B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57200" y="1281771"/>
            <a:ext cx="8450826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Perspective Projection: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Result: Realistic visual effect.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Mechanism: Objects farther away appear smaller, and parallel lines converge to a vanishing point.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Orthographic Projection: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Result: Non-realistic, technical view.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Mechanism: Objects do not scale with distance, and parallel lines remain parallel.</a:t>
            </a:r>
          </a:p>
        </p:txBody>
      </p:sp>
      <p:pic>
        <p:nvPicPr>
          <p:cNvPr id="5123" name="Picture 3" descr="Three Dimensional (3D) Viewing in Computer Graphics">
            <a:extLst>
              <a:ext uri="{FF2B5EF4-FFF2-40B4-BE49-F238E27FC236}">
                <a16:creationId xmlns:a16="http://schemas.microsoft.com/office/drawing/2014/main" id="{1AE5C34F-FDB2-0FBD-1BEF-D423F8ACDF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569" y="3683818"/>
            <a:ext cx="5039032" cy="2531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29029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>
          <a:extLst>
            <a:ext uri="{FF2B5EF4-FFF2-40B4-BE49-F238E27FC236}">
              <a16:creationId xmlns:a16="http://schemas.microsoft.com/office/drawing/2014/main" id="{A1815EC3-0335-17A0-89A3-129B866EC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4">
            <a:extLst>
              <a:ext uri="{FF2B5EF4-FFF2-40B4-BE49-F238E27FC236}">
                <a16:creationId xmlns:a16="http://schemas.microsoft.com/office/drawing/2014/main" id="{AF4EAEA3-9CA6-E44B-54CC-93468E8BB1C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4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14</a:t>
            </a:fld>
            <a:endParaRPr>
              <a:solidFill>
                <a:srgbClr val="888888"/>
              </a:solidFill>
            </a:endParaRPr>
          </a:p>
        </p:txBody>
      </p:sp>
      <p:pic>
        <p:nvPicPr>
          <p:cNvPr id="369" name="Google Shape;369;p1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44A4AFF-030A-F925-8EF3-820835D3EEA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4288"/>
            <a:ext cx="1042988" cy="1221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14">
            <a:extLst>
              <a:ext uri="{FF2B5EF4-FFF2-40B4-BE49-F238E27FC236}">
                <a16:creationId xmlns:a16="http://schemas.microsoft.com/office/drawing/2014/main" id="{D588801A-0351-2C67-298D-7CCFA0E4D45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" y="6248400"/>
            <a:ext cx="9144001" cy="61383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867ADC2-5B8B-559D-A4FB-CF5BBC5948D8}"/>
              </a:ext>
            </a:extLst>
          </p:cNvPr>
          <p:cNvSpPr txBox="1"/>
          <p:nvPr/>
        </p:nvSpPr>
        <p:spPr>
          <a:xfrm>
            <a:off x="1129004" y="288828"/>
            <a:ext cx="70446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of Week 5 </a:t>
            </a:r>
            <a:endParaRPr lang="en-IN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BE6D07-CD1D-A73B-AE18-86056892255E}"/>
              </a:ext>
            </a:extLst>
          </p:cNvPr>
          <p:cNvSpPr txBox="1"/>
          <p:nvPr/>
        </p:nvSpPr>
        <p:spPr>
          <a:xfrm>
            <a:off x="558632" y="1351508"/>
            <a:ext cx="818535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Texture Creation &amp; Color Models: Representing colors in multiple formats (HSV, RGB, CMY, etc.) and generating realistic surface details.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Camera Transformation: Converting scene coordinates into the viewing system of the camera.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Projection Techniques: Mapping 3D objects onto 2D planes through parallel and perspective methods.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Viewport–Window Mapping: Adjusting and fitting the final image to match the screen or display region.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rendering a 3D scene, the system must determine which surfaces are visible to the camera and eliminate those that are blocked (occluded) by closer objects.</a:t>
            </a:r>
          </a:p>
        </p:txBody>
      </p:sp>
    </p:spTree>
    <p:extLst>
      <p:ext uri="{BB962C8B-B14F-4D97-AF65-F5344CB8AC3E}">
        <p14:creationId xmlns:p14="http://schemas.microsoft.com/office/powerpoint/2010/main" val="10872621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>
          <a:extLst>
            <a:ext uri="{FF2B5EF4-FFF2-40B4-BE49-F238E27FC236}">
              <a16:creationId xmlns:a16="http://schemas.microsoft.com/office/drawing/2014/main" id="{8A2BBCE8-7853-87A4-B006-F4D1FD4BB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1">
            <a:extLst>
              <a:ext uri="{FF2B5EF4-FFF2-40B4-BE49-F238E27FC236}">
                <a16:creationId xmlns:a16="http://schemas.microsoft.com/office/drawing/2014/main" id="{79E82DFE-2D9F-238E-690C-41F0E05C27D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4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15</a:t>
            </a:fld>
            <a:endParaRPr>
              <a:solidFill>
                <a:srgbClr val="888888"/>
              </a:solidFill>
            </a:endParaRPr>
          </a:p>
        </p:txBody>
      </p:sp>
      <p:pic>
        <p:nvPicPr>
          <p:cNvPr id="344" name="Google Shape;344;p1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21CDE3C-AEFE-D965-C5AB-585FFD080AF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4288"/>
            <a:ext cx="1042988" cy="1221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11">
            <a:extLst>
              <a:ext uri="{FF2B5EF4-FFF2-40B4-BE49-F238E27FC236}">
                <a16:creationId xmlns:a16="http://schemas.microsoft.com/office/drawing/2014/main" id="{9DECFBAA-15AA-5C4F-83C5-0FAE52D3D07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" y="6248400"/>
            <a:ext cx="9144001" cy="61383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0A6596B-B775-FF8D-DD39-F233CCE69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of Week 5</a:t>
            </a: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B8EF2A-EFC6-066B-3D56-B6F36984A1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723" y="1418888"/>
            <a:ext cx="8465574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Method: The industry standard, hardware-accelerated Image-Space technique.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Mechanism: A special memory buffer is created to store the depth (Z-value) of the closest surface rendered at every pixel location.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Process: When a new fragment is processed, its Z-value is compared to the stored value. If the new Z is smaller (closer), the new color is drawn.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Advantage: It makes the rendering process order-independent, meaning polygons can be processed in any sequence.</a:t>
            </a:r>
          </a:p>
        </p:txBody>
      </p:sp>
      <p:pic>
        <p:nvPicPr>
          <p:cNvPr id="6147" name="Picture 3" descr="Iteracy : The creative process and colours">
            <a:extLst>
              <a:ext uri="{FF2B5EF4-FFF2-40B4-BE49-F238E27FC236}">
                <a16:creationId xmlns:a16="http://schemas.microsoft.com/office/drawing/2014/main" id="{4632A12C-46BC-65A8-E4EA-2567FF81DB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244" y="4210323"/>
            <a:ext cx="6769510" cy="2005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22521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>
          <a:extLst>
            <a:ext uri="{FF2B5EF4-FFF2-40B4-BE49-F238E27FC236}">
              <a16:creationId xmlns:a16="http://schemas.microsoft.com/office/drawing/2014/main" id="{65222C3F-D96A-5A2A-5D5A-A5AC87594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4">
            <a:extLst>
              <a:ext uri="{FF2B5EF4-FFF2-40B4-BE49-F238E27FC236}">
                <a16:creationId xmlns:a16="http://schemas.microsoft.com/office/drawing/2014/main" id="{1B31DB1E-CACE-B0AC-D4C6-B136F308D8D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4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16</a:t>
            </a:fld>
            <a:endParaRPr>
              <a:solidFill>
                <a:srgbClr val="888888"/>
              </a:solidFill>
            </a:endParaRPr>
          </a:p>
        </p:txBody>
      </p:sp>
      <p:pic>
        <p:nvPicPr>
          <p:cNvPr id="369" name="Google Shape;369;p1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8D3F255-FD60-EFEB-8417-3C464DC5F4F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4288"/>
            <a:ext cx="1042988" cy="1221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14">
            <a:extLst>
              <a:ext uri="{FF2B5EF4-FFF2-40B4-BE49-F238E27FC236}">
                <a16:creationId xmlns:a16="http://schemas.microsoft.com/office/drawing/2014/main" id="{F75E14F1-129B-FB14-6FD9-D17E92C8470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" y="6248400"/>
            <a:ext cx="9144001" cy="61383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7E7F44-3C9E-69AF-82A4-BEA3FA7BF1A6}"/>
              </a:ext>
            </a:extLst>
          </p:cNvPr>
          <p:cNvSpPr txBox="1"/>
          <p:nvPr/>
        </p:nvSpPr>
        <p:spPr>
          <a:xfrm>
            <a:off x="1129004" y="288828"/>
            <a:ext cx="70446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of Week 6 </a:t>
            </a:r>
            <a:endParaRPr lang="en-IN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2AE159-E4A9-BB36-A6F0-F8A9F8F304FD}"/>
              </a:ext>
            </a:extLst>
          </p:cNvPr>
          <p:cNvSpPr txBox="1"/>
          <p:nvPr/>
        </p:nvSpPr>
        <p:spPr>
          <a:xfrm>
            <a:off x="471948" y="1459230"/>
            <a:ext cx="8214852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Basics of Clipping &amp; 2D Shapes/Lines: Cutting off the parts of objects that fall outside the viewing area.</a:t>
            </a: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2D Region and 3D Object Clipping: Keeping only the needed parts of surfaces and volumes inside the scene.</a:t>
            </a: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Removing Hidden Parts – I &amp; II: Methods to decide which sides of objects can be seen and which stay blocked (like using depth checks or painting order).</a:t>
            </a:r>
          </a:p>
        </p:txBody>
      </p:sp>
      <p:pic>
        <p:nvPicPr>
          <p:cNvPr id="7172" name="Picture 4" descr="Inkscape">
            <a:extLst>
              <a:ext uri="{FF2B5EF4-FFF2-40B4-BE49-F238E27FC236}">
                <a16:creationId xmlns:a16="http://schemas.microsoft.com/office/drawing/2014/main" id="{F204060C-4F7D-221C-B6FE-F1B9768695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6141" y="3650282"/>
            <a:ext cx="2657475" cy="245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32899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>
          <a:extLst>
            <a:ext uri="{FF2B5EF4-FFF2-40B4-BE49-F238E27FC236}">
              <a16:creationId xmlns:a16="http://schemas.microsoft.com/office/drawing/2014/main" id="{A7987373-10D9-A292-1C8E-AE967C8BB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4">
            <a:extLst>
              <a:ext uri="{FF2B5EF4-FFF2-40B4-BE49-F238E27FC236}">
                <a16:creationId xmlns:a16="http://schemas.microsoft.com/office/drawing/2014/main" id="{46AE4866-3A70-B408-6A68-373E8E999A7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4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17</a:t>
            </a:fld>
            <a:endParaRPr>
              <a:solidFill>
                <a:srgbClr val="888888"/>
              </a:solidFill>
            </a:endParaRPr>
          </a:p>
        </p:txBody>
      </p:sp>
      <p:pic>
        <p:nvPicPr>
          <p:cNvPr id="369" name="Google Shape;369;p1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0AD9E3F-6529-8F65-9671-907537E6A80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4288"/>
            <a:ext cx="1042988" cy="1221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14">
            <a:extLst>
              <a:ext uri="{FF2B5EF4-FFF2-40B4-BE49-F238E27FC236}">
                <a16:creationId xmlns:a16="http://schemas.microsoft.com/office/drawing/2014/main" id="{8FCD12FD-248B-8CFF-E275-8C7977A7264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" y="6248400"/>
            <a:ext cx="9144001" cy="61383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27CC55E-ADDC-DB6C-67B8-E4CCD473DE0A}"/>
              </a:ext>
            </a:extLst>
          </p:cNvPr>
          <p:cNvSpPr txBox="1"/>
          <p:nvPr/>
        </p:nvSpPr>
        <p:spPr>
          <a:xfrm>
            <a:off x="1129004" y="288828"/>
            <a:ext cx="70446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of Week 7 </a:t>
            </a:r>
            <a:endParaRPr lang="en-IN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CF19A2-87E8-A516-2AF0-D2A004038C2E}"/>
              </a:ext>
            </a:extLst>
          </p:cNvPr>
          <p:cNvSpPr txBox="1"/>
          <p:nvPr/>
        </p:nvSpPr>
        <p:spPr>
          <a:xfrm>
            <a:off x="486696" y="1191121"/>
            <a:ext cx="8170606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Powerful pixel methods to draw shapes and sharpen image quality.</a:t>
            </a: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Pixel Drawing of Shapes – I &amp; II: Turning lines, circles, and figures into clean screen patterns.</a:t>
            </a: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&amp; Shape Filling: Accurate ways to color inside objects and show characters clearly.</a:t>
            </a: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 Smoothing: Techniques to remove jagged outlines and create polished visuals.</a:t>
            </a:r>
          </a:p>
        </p:txBody>
      </p:sp>
      <p:pic>
        <p:nvPicPr>
          <p:cNvPr id="9218" name="Picture 2" descr="How to Smooth Edges &amp; Lines from Cut ...">
            <a:extLst>
              <a:ext uri="{FF2B5EF4-FFF2-40B4-BE49-F238E27FC236}">
                <a16:creationId xmlns:a16="http://schemas.microsoft.com/office/drawing/2014/main" id="{7A232629-5A3C-81BF-1598-7706AC1A3B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8542" y="3927860"/>
            <a:ext cx="4203290" cy="2046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21785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>
          <a:extLst>
            <a:ext uri="{FF2B5EF4-FFF2-40B4-BE49-F238E27FC236}">
              <a16:creationId xmlns:a16="http://schemas.microsoft.com/office/drawing/2014/main" id="{7C5CB0ED-5972-8E32-62B6-40F6BB3AA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4">
            <a:extLst>
              <a:ext uri="{FF2B5EF4-FFF2-40B4-BE49-F238E27FC236}">
                <a16:creationId xmlns:a16="http://schemas.microsoft.com/office/drawing/2014/main" id="{37BB360E-D8EF-D806-DAFC-CA9B02AB4A6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4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18</a:t>
            </a:fld>
            <a:endParaRPr>
              <a:solidFill>
                <a:srgbClr val="888888"/>
              </a:solidFill>
            </a:endParaRPr>
          </a:p>
        </p:txBody>
      </p:sp>
      <p:pic>
        <p:nvPicPr>
          <p:cNvPr id="369" name="Google Shape;369;p1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37A2E3D3-B039-DADA-D8FB-6D79F4EEB0F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4288"/>
            <a:ext cx="1042988" cy="1221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14">
            <a:extLst>
              <a:ext uri="{FF2B5EF4-FFF2-40B4-BE49-F238E27FC236}">
                <a16:creationId xmlns:a16="http://schemas.microsoft.com/office/drawing/2014/main" id="{05980D36-E20F-B802-1273-13DE625035C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" y="6248400"/>
            <a:ext cx="9144001" cy="61383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4DE6CF-9063-15EC-652F-612A16FDC263}"/>
              </a:ext>
            </a:extLst>
          </p:cNvPr>
          <p:cNvSpPr txBox="1"/>
          <p:nvPr/>
        </p:nvSpPr>
        <p:spPr>
          <a:xfrm>
            <a:off x="1129004" y="288828"/>
            <a:ext cx="70446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of Week 8</a:t>
            </a:r>
            <a:endParaRPr lang="en-IN" sz="4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BFBC76-77F9-1D18-8CD7-8C61C30EB73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21494" y="1315536"/>
            <a:ext cx="8200103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Graphics I/O Devices – Input/output devices for visualization (monitors, tablets, VR, etc.)</a:t>
            </a:r>
          </a:p>
          <a:p>
            <a:pPr marL="285750" lvl="0" indent="-285750" algn="just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 &amp; Shaders – GPU accelerates rendering; shaders enable lighting, textures, transformations.</a:t>
            </a:r>
          </a:p>
          <a:p>
            <a:pPr marL="285750" lvl="0" indent="-285750" algn="just" defTabSz="91440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OpenGL Programming – Basics of rendering 2D/3D objects and interactive graphics applications.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Hands-on Focus – Emphasis on applying OpenGL for practical graphics.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 – Bridging hardware, software, and applications in graphics.</a:t>
            </a:r>
          </a:p>
        </p:txBody>
      </p:sp>
      <p:pic>
        <p:nvPicPr>
          <p:cNvPr id="8194" name="Picture 2" descr="OpenGL - Examples">
            <a:extLst>
              <a:ext uri="{FF2B5EF4-FFF2-40B4-BE49-F238E27FC236}">
                <a16:creationId xmlns:a16="http://schemas.microsoft.com/office/drawing/2014/main" id="{0DD1E9DE-DA6D-208C-2FAD-714F0252AE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4271" y="3810000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C++ OpenGL #1 - Some basic GLUT - YouTube">
            <a:extLst>
              <a:ext uri="{FF2B5EF4-FFF2-40B4-BE49-F238E27FC236}">
                <a16:creationId xmlns:a16="http://schemas.microsoft.com/office/drawing/2014/main" id="{11310DBE-C603-E7F9-1461-8FB67E43C0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123" y="3880292"/>
            <a:ext cx="4191819" cy="2357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01516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5"/>
          <p:cNvSpPr txBox="1">
            <a:spLocks noGrp="1"/>
          </p:cNvSpPr>
          <p:nvPr>
            <p:ph type="sldNum" idx="12"/>
          </p:nvPr>
        </p:nvSpPr>
        <p:spPr>
          <a:xfrm>
            <a:off x="6553200" y="63564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19</a:t>
            </a:fld>
            <a:endParaRPr>
              <a:solidFill>
                <a:srgbClr val="888888"/>
              </a:solidFill>
            </a:endParaRPr>
          </a:p>
        </p:txBody>
      </p:sp>
      <p:pic>
        <p:nvPicPr>
          <p:cNvPr id="377" name="Google Shape;377;p15" descr="A picture containing text, clipar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4288"/>
            <a:ext cx="1042988" cy="1221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" y="6248400"/>
            <a:ext cx="9144001" cy="61383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626A22-0F1E-A138-0F48-565B3CACFBED}"/>
              </a:ext>
            </a:extLst>
          </p:cNvPr>
          <p:cNvSpPr txBox="1"/>
          <p:nvPr/>
        </p:nvSpPr>
        <p:spPr>
          <a:xfrm>
            <a:off x="1042988" y="211884"/>
            <a:ext cx="780972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 of Assignment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F21536-556A-3956-2606-E94BA6B1DB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41" y="1298359"/>
            <a:ext cx="3971329" cy="4438759"/>
          </a:xfrm>
          <a:prstGeom prst="rect">
            <a:avLst/>
          </a:prstGeom>
        </p:spPr>
      </p:pic>
      <p:pic>
        <p:nvPicPr>
          <p:cNvPr id="5" name="Picture 4" descr="A screenshot of a computer graphics pipeline&#10;&#10;AI-generated content may be incorrect.">
            <a:extLst>
              <a:ext uri="{FF2B5EF4-FFF2-40B4-BE49-F238E27FC236}">
                <a16:creationId xmlns:a16="http://schemas.microsoft.com/office/drawing/2014/main" id="{C5F08CBC-A1F5-962F-A6C6-94E8748155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2770" y="3353190"/>
            <a:ext cx="4761230" cy="28625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6"/>
          <p:cNvSpPr txBox="1">
            <a:spLocks noGrp="1"/>
          </p:cNvSpPr>
          <p:nvPr>
            <p:ph type="sldNum" idx="12"/>
          </p:nvPr>
        </p:nvSpPr>
        <p:spPr>
          <a:xfrm>
            <a:off x="6553200" y="63564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20</a:t>
            </a:fld>
            <a:endParaRPr>
              <a:solidFill>
                <a:srgbClr val="888888"/>
              </a:solidFill>
            </a:endParaRPr>
          </a:p>
        </p:txBody>
      </p:sp>
      <p:pic>
        <p:nvPicPr>
          <p:cNvPr id="385" name="Google Shape;385;p16" descr="A picture containing text, clipar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4288"/>
            <a:ext cx="1042988" cy="1221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" y="6248400"/>
            <a:ext cx="9144001" cy="61383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04E898-F016-0BC2-FCDB-F1EA2689A627}"/>
              </a:ext>
            </a:extLst>
          </p:cNvPr>
          <p:cNvSpPr txBox="1"/>
          <p:nvPr/>
        </p:nvSpPr>
        <p:spPr>
          <a:xfrm>
            <a:off x="1502229" y="136437"/>
            <a:ext cx="696996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 of Assignment 2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C86270C-2050-F6C0-0CB8-CCE0CA8917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066" y="1078003"/>
            <a:ext cx="3894105" cy="380386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B6A7FA13-D888-941F-FD0D-C9EA8112C3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0237" y="3515338"/>
            <a:ext cx="4863763" cy="27330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>
          <a:extLst>
            <a:ext uri="{FF2B5EF4-FFF2-40B4-BE49-F238E27FC236}">
              <a16:creationId xmlns:a16="http://schemas.microsoft.com/office/drawing/2014/main" id="{AE04BB60-F01A-6080-271C-99EE8F689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6">
            <a:extLst>
              <a:ext uri="{FF2B5EF4-FFF2-40B4-BE49-F238E27FC236}">
                <a16:creationId xmlns:a16="http://schemas.microsoft.com/office/drawing/2014/main" id="{324EDAA4-6A1F-34C8-64FD-1A554BD80BE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4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21</a:t>
            </a:fld>
            <a:endParaRPr>
              <a:solidFill>
                <a:srgbClr val="888888"/>
              </a:solidFill>
            </a:endParaRPr>
          </a:p>
        </p:txBody>
      </p:sp>
      <p:pic>
        <p:nvPicPr>
          <p:cNvPr id="385" name="Google Shape;385;p1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DEDBF74B-880B-6640-30E6-7464BFDEDEA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4288"/>
            <a:ext cx="1042988" cy="1221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16">
            <a:extLst>
              <a:ext uri="{FF2B5EF4-FFF2-40B4-BE49-F238E27FC236}">
                <a16:creationId xmlns:a16="http://schemas.microsoft.com/office/drawing/2014/main" id="{D4CB197E-2960-CE88-95BB-0D9E7C3EC14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" y="6248400"/>
            <a:ext cx="9144001" cy="61383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5C81A40-539D-DE61-AC24-72E8857316DF}"/>
              </a:ext>
            </a:extLst>
          </p:cNvPr>
          <p:cNvSpPr txBox="1"/>
          <p:nvPr/>
        </p:nvSpPr>
        <p:spPr>
          <a:xfrm>
            <a:off x="1119672" y="211884"/>
            <a:ext cx="732453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 of Assignment 3</a:t>
            </a:r>
          </a:p>
        </p:txBody>
      </p:sp>
      <p:pic>
        <p:nvPicPr>
          <p:cNvPr id="4" name="Picture 3" descr="A screenshot of a test&#10;&#10;AI-generated content may be incorrect.">
            <a:extLst>
              <a:ext uri="{FF2B5EF4-FFF2-40B4-BE49-F238E27FC236}">
                <a16:creationId xmlns:a16="http://schemas.microsoft.com/office/drawing/2014/main" id="{47724C4F-14A2-FF31-096A-60E95A2E31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282" y="1308735"/>
            <a:ext cx="3459622" cy="39910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537D03-EC48-B20E-7549-B73A81DE14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6904" y="4120636"/>
            <a:ext cx="5247096" cy="2107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7627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>
          <a:extLst>
            <a:ext uri="{FF2B5EF4-FFF2-40B4-BE49-F238E27FC236}">
              <a16:creationId xmlns:a16="http://schemas.microsoft.com/office/drawing/2014/main" id="{14922F33-79A8-C841-1290-C1237927E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2B2A5-B9F7-9C78-8EB8-D16DFA267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</a:rPr>
              <a:t>Assignment 4</a:t>
            </a:r>
            <a:endParaRPr lang="en-IN" sz="320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79881B-CE8B-4E81-CBB2-1A1E4D69D6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29" name="Google Shape;329;p15">
            <a:extLst>
              <a:ext uri="{FF2B5EF4-FFF2-40B4-BE49-F238E27FC236}">
                <a16:creationId xmlns:a16="http://schemas.microsoft.com/office/drawing/2014/main" id="{29CC4465-BC92-B5D5-DF41-C61F59EB5E3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22</a:t>
            </a:fld>
            <a:endParaRPr>
              <a:solidFill>
                <a:srgbClr val="888888"/>
              </a:solidFill>
            </a:endParaRPr>
          </a:p>
        </p:txBody>
      </p:sp>
      <p:pic>
        <p:nvPicPr>
          <p:cNvPr id="330" name="Google Shape;330;p1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2666D75-D1E6-2A8A-29F7-9DD7D24E038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4288"/>
            <a:ext cx="1042988" cy="1221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15">
            <a:extLst>
              <a:ext uri="{FF2B5EF4-FFF2-40B4-BE49-F238E27FC236}">
                <a16:creationId xmlns:a16="http://schemas.microsoft.com/office/drawing/2014/main" id="{D468CEDD-38F3-E600-505B-EF017EEBBD5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" y="6248400"/>
            <a:ext cx="9144001" cy="613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7FDEBD-6D6A-DBE4-1B42-FBA9F82E64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207498"/>
            <a:ext cx="3858768" cy="49797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8490F73-6F85-77A8-C8AD-F5D2AE9449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5968" y="1207498"/>
            <a:ext cx="4370832" cy="5008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101634"/>
      </p:ext>
    </p:extLst>
  </p:cSld>
  <p:clrMapOvr>
    <a:masterClrMapping/>
  </p:clrMapOvr>
  <p:transition>
    <p:wheel spokes="8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>
          <a:extLst>
            <a:ext uri="{FF2B5EF4-FFF2-40B4-BE49-F238E27FC236}">
              <a16:creationId xmlns:a16="http://schemas.microsoft.com/office/drawing/2014/main" id="{8F7E8B1C-1677-7D1F-3575-31BB7FEDC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9A946-AFBE-2FDC-6E07-7B322F3CA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</a:rPr>
              <a:t>Assignment 5</a:t>
            </a:r>
            <a:endParaRPr lang="en-IN" sz="320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A68972-A1CE-A461-C81D-8A4356EA7A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29" name="Google Shape;329;p15">
            <a:extLst>
              <a:ext uri="{FF2B5EF4-FFF2-40B4-BE49-F238E27FC236}">
                <a16:creationId xmlns:a16="http://schemas.microsoft.com/office/drawing/2014/main" id="{2741ED95-5721-8E88-3558-F2E409D3225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23</a:t>
            </a:fld>
            <a:endParaRPr>
              <a:solidFill>
                <a:srgbClr val="888888"/>
              </a:solidFill>
            </a:endParaRPr>
          </a:p>
        </p:txBody>
      </p:sp>
      <p:pic>
        <p:nvPicPr>
          <p:cNvPr id="330" name="Google Shape;330;p1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B948113-9FA0-5762-AA5F-D4AF7951621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4288"/>
            <a:ext cx="1042988" cy="1221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15">
            <a:extLst>
              <a:ext uri="{FF2B5EF4-FFF2-40B4-BE49-F238E27FC236}">
                <a16:creationId xmlns:a16="http://schemas.microsoft.com/office/drawing/2014/main" id="{B7EACD3A-E68D-9218-1991-72CF4796B01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" y="6248400"/>
            <a:ext cx="9144001" cy="613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D51C3E-04BF-ED6F-3F17-FC5762F706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496424"/>
            <a:ext cx="4114800" cy="47519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1FF8427-6AEE-8274-EA9C-F502D508D9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1496424"/>
            <a:ext cx="4114800" cy="471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703923"/>
      </p:ext>
    </p:extLst>
  </p:cSld>
  <p:clrMapOvr>
    <a:masterClrMapping/>
  </p:clrMapOvr>
  <p:transition>
    <p:wheel spokes="8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>
          <a:extLst>
            <a:ext uri="{FF2B5EF4-FFF2-40B4-BE49-F238E27FC236}">
              <a16:creationId xmlns:a16="http://schemas.microsoft.com/office/drawing/2014/main" id="{EE8CE123-E76A-9C95-8DBC-BF5A6422A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312E8-2F84-6065-CEF9-FF5CE2DA7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</a:rPr>
              <a:t>Assignment 6</a:t>
            </a:r>
            <a:endParaRPr lang="en-IN" sz="320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0DF087-FDEB-C0BE-485E-D12B7B1672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29" name="Google Shape;329;p15">
            <a:extLst>
              <a:ext uri="{FF2B5EF4-FFF2-40B4-BE49-F238E27FC236}">
                <a16:creationId xmlns:a16="http://schemas.microsoft.com/office/drawing/2014/main" id="{432C140B-3D89-3D1A-1B55-362A7F8DDF2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24</a:t>
            </a:fld>
            <a:endParaRPr>
              <a:solidFill>
                <a:srgbClr val="888888"/>
              </a:solidFill>
            </a:endParaRPr>
          </a:p>
        </p:txBody>
      </p:sp>
      <p:pic>
        <p:nvPicPr>
          <p:cNvPr id="330" name="Google Shape;330;p1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7CA03B9-63E0-70CC-47B7-9E10BF74CD3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4288"/>
            <a:ext cx="1042988" cy="1221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15">
            <a:extLst>
              <a:ext uri="{FF2B5EF4-FFF2-40B4-BE49-F238E27FC236}">
                <a16:creationId xmlns:a16="http://schemas.microsoft.com/office/drawing/2014/main" id="{E0723D9E-CA7C-295A-8397-35995A29323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" y="6248400"/>
            <a:ext cx="9144001" cy="613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92BCF9-70A2-CA84-20B2-D8A30AC051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1" y="1207497"/>
            <a:ext cx="4285487" cy="50409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8735BE-E9B2-D546-0A39-A09A0E4815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2688" y="1207496"/>
            <a:ext cx="3944111" cy="500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792441"/>
      </p:ext>
    </p:extLst>
  </p:cSld>
  <p:clrMapOvr>
    <a:masterClrMapping/>
  </p:clrMapOvr>
  <p:transition>
    <p:wheel spokes="8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>
          <a:extLst>
            <a:ext uri="{FF2B5EF4-FFF2-40B4-BE49-F238E27FC236}">
              <a16:creationId xmlns:a16="http://schemas.microsoft.com/office/drawing/2014/main" id="{5AB64BCB-1129-FEFA-D18D-0D31B44BB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EDAE9-5DCE-B336-B098-0E0CBFD23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</a:rPr>
              <a:t>Assignment 7</a:t>
            </a:r>
            <a:endParaRPr lang="en-IN" sz="320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7AB8D-2DFA-FE22-C711-716701831B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29" name="Google Shape;329;p15">
            <a:extLst>
              <a:ext uri="{FF2B5EF4-FFF2-40B4-BE49-F238E27FC236}">
                <a16:creationId xmlns:a16="http://schemas.microsoft.com/office/drawing/2014/main" id="{933483C2-D8A5-3CE5-5D12-5E6B58928EE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25</a:t>
            </a:fld>
            <a:endParaRPr>
              <a:solidFill>
                <a:srgbClr val="888888"/>
              </a:solidFill>
            </a:endParaRPr>
          </a:p>
        </p:txBody>
      </p:sp>
      <p:pic>
        <p:nvPicPr>
          <p:cNvPr id="330" name="Google Shape;330;p1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9CD5989F-FB42-7F65-BED9-4573FBB22BB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4288"/>
            <a:ext cx="1042988" cy="1221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15">
            <a:extLst>
              <a:ext uri="{FF2B5EF4-FFF2-40B4-BE49-F238E27FC236}">
                <a16:creationId xmlns:a16="http://schemas.microsoft.com/office/drawing/2014/main" id="{1A70CC5B-129C-1A62-B582-D34BDCCC120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" y="6248400"/>
            <a:ext cx="9144001" cy="613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8BD8EC-F125-1792-0141-C07D81AFAB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274351"/>
            <a:ext cx="3822191" cy="48952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66EB70-14BF-E8D8-1BD9-0F6C45911D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9391" y="1313744"/>
            <a:ext cx="4407407" cy="4895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905951"/>
      </p:ext>
    </p:extLst>
  </p:cSld>
  <p:clrMapOvr>
    <a:masterClrMapping/>
  </p:clrMapOvr>
  <p:transition>
    <p:wheel spokes="8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51EE9-C6CC-C380-D999-B3D8D8FB2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</a:rPr>
              <a:t>Assignment 8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DA429E-CE8A-C953-CE5F-F3BF76C2CE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0F8644-672B-FD5D-A9EB-7FADD2269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95034"/>
            <a:ext cx="4222072" cy="5183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953B2F-862A-DF73-0527-63B6F9672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1874" y="1295033"/>
            <a:ext cx="4213819" cy="518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61198"/>
      </p:ext>
    </p:extLst>
  </p:cSld>
  <p:clrMapOvr>
    <a:masterClrMapping/>
  </p:clrMapOvr>
  <p:transition>
    <p:wheel spokes="8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>
          <a:extLst>
            <a:ext uri="{FF2B5EF4-FFF2-40B4-BE49-F238E27FC236}">
              <a16:creationId xmlns:a16="http://schemas.microsoft.com/office/drawing/2014/main" id="{0E3F2258-E62F-4E37-8F69-EC9893859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6">
            <a:extLst>
              <a:ext uri="{FF2B5EF4-FFF2-40B4-BE49-F238E27FC236}">
                <a16:creationId xmlns:a16="http://schemas.microsoft.com/office/drawing/2014/main" id="{CA86B8D6-A6F4-941A-5C18-9B621EFD8B5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4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27</a:t>
            </a:fld>
            <a:endParaRPr>
              <a:solidFill>
                <a:srgbClr val="888888"/>
              </a:solidFill>
            </a:endParaRPr>
          </a:p>
        </p:txBody>
      </p:sp>
      <p:pic>
        <p:nvPicPr>
          <p:cNvPr id="385" name="Google Shape;385;p1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67D05EA-6345-9AA9-D2F4-3F259A50662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4288"/>
            <a:ext cx="1042988" cy="1221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16">
            <a:extLst>
              <a:ext uri="{FF2B5EF4-FFF2-40B4-BE49-F238E27FC236}">
                <a16:creationId xmlns:a16="http://schemas.microsoft.com/office/drawing/2014/main" id="{47A2E507-ECB3-9002-D2B3-EB0219BCA36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" y="6248400"/>
            <a:ext cx="9144001" cy="61383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0D0071C-5D79-D56C-16F5-8BFD2E156A63}"/>
              </a:ext>
            </a:extLst>
          </p:cNvPr>
          <p:cNvSpPr txBox="1"/>
          <p:nvPr/>
        </p:nvSpPr>
        <p:spPr>
          <a:xfrm>
            <a:off x="2285999" y="211884"/>
            <a:ext cx="457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 scores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33B1ED-69E8-01D0-0278-69EF04229C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730" y="1642813"/>
            <a:ext cx="8516539" cy="357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074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>
          <a:extLst>
            <a:ext uri="{FF2B5EF4-FFF2-40B4-BE49-F238E27FC236}">
              <a16:creationId xmlns:a16="http://schemas.microsoft.com/office/drawing/2014/main" id="{C2993B50-D012-944B-4BE7-B0D639762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6">
            <a:extLst>
              <a:ext uri="{FF2B5EF4-FFF2-40B4-BE49-F238E27FC236}">
                <a16:creationId xmlns:a16="http://schemas.microsoft.com/office/drawing/2014/main" id="{D9B83F09-4AD4-D9EB-D6F9-E4FED54B348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4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28</a:t>
            </a:fld>
            <a:endParaRPr>
              <a:solidFill>
                <a:srgbClr val="888888"/>
              </a:solidFill>
            </a:endParaRPr>
          </a:p>
        </p:txBody>
      </p:sp>
      <p:pic>
        <p:nvPicPr>
          <p:cNvPr id="385" name="Google Shape;385;p1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6319BF2-064D-F2A7-EA00-CDC138741EA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4288"/>
            <a:ext cx="1042988" cy="1221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16">
            <a:extLst>
              <a:ext uri="{FF2B5EF4-FFF2-40B4-BE49-F238E27FC236}">
                <a16:creationId xmlns:a16="http://schemas.microsoft.com/office/drawing/2014/main" id="{33999204-6116-D5AA-F983-C200671E401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" y="6248400"/>
            <a:ext cx="9144001" cy="61383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E672A8-404B-991F-6D83-3B5E544DF51F}"/>
              </a:ext>
            </a:extLst>
          </p:cNvPr>
          <p:cNvSpPr txBox="1"/>
          <p:nvPr/>
        </p:nvSpPr>
        <p:spPr>
          <a:xfrm>
            <a:off x="1042988" y="123671"/>
            <a:ext cx="847219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 of Progress of the course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D77AE0-C727-6164-C108-3F6D10B72B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809" y="852128"/>
            <a:ext cx="8640381" cy="515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6974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>
          <a:extLst>
            <a:ext uri="{FF2B5EF4-FFF2-40B4-BE49-F238E27FC236}">
              <a16:creationId xmlns:a16="http://schemas.microsoft.com/office/drawing/2014/main" id="{041AE714-0809-A8D8-7656-1A491079F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6">
            <a:extLst>
              <a:ext uri="{FF2B5EF4-FFF2-40B4-BE49-F238E27FC236}">
                <a16:creationId xmlns:a16="http://schemas.microsoft.com/office/drawing/2014/main" id="{E67E0223-30DB-A43B-FE0B-4893A3EC80D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43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29</a:t>
            </a:fld>
            <a:endParaRPr>
              <a:solidFill>
                <a:srgbClr val="888888"/>
              </a:solidFill>
            </a:endParaRPr>
          </a:p>
        </p:txBody>
      </p:sp>
      <p:pic>
        <p:nvPicPr>
          <p:cNvPr id="385" name="Google Shape;385;p1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FB6A2B9-2D83-DD88-C9A5-26A9D6D3768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4288"/>
            <a:ext cx="1042988" cy="1221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16">
            <a:extLst>
              <a:ext uri="{FF2B5EF4-FFF2-40B4-BE49-F238E27FC236}">
                <a16:creationId xmlns:a16="http://schemas.microsoft.com/office/drawing/2014/main" id="{215156FB-72FE-8935-BCBF-E63DF5FC028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" y="6248400"/>
            <a:ext cx="9144001" cy="61383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89492CD-66C5-1D53-E63B-BF3CB05C8CBC}"/>
              </a:ext>
            </a:extLst>
          </p:cNvPr>
          <p:cNvSpPr txBox="1"/>
          <p:nvPr/>
        </p:nvSpPr>
        <p:spPr>
          <a:xfrm>
            <a:off x="1096346" y="209216"/>
            <a:ext cx="695130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ct val="90000"/>
            </a:pPr>
            <a:r>
              <a:rPr lang="en-US" sz="4400" dirty="0">
                <a:latin typeface="Times New Roman"/>
                <a:ea typeface="Times New Roman"/>
                <a:cs typeface="Times New Roman"/>
                <a:sym typeface="Times New Roman"/>
              </a:rPr>
              <a:t>Certificate of the examination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4CA61A-6FCD-9376-99B1-79EDDFCB5E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00" y="1519257"/>
            <a:ext cx="7686352" cy="3501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6081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9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Times New Roman"/>
              <a:buNone/>
            </a:pPr>
            <a:r>
              <a:rPr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/>
          </a:p>
        </p:txBody>
      </p:sp>
      <p:sp>
        <p:nvSpPr>
          <p:cNvPr id="410" name="Google Shape;410;p19"/>
          <p:cNvSpPr txBox="1"/>
          <p:nvPr/>
        </p:nvSpPr>
        <p:spPr>
          <a:xfrm>
            <a:off x="2971800" y="5725923"/>
            <a:ext cx="3581400" cy="1132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1" name="Google Shape;411;p19" descr="A picture containing text, clipar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4288"/>
            <a:ext cx="1042988" cy="1221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" y="6248400"/>
            <a:ext cx="9144001" cy="613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MIHER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3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1458</Words>
  <Application>Microsoft Office PowerPoint</Application>
  <PresentationFormat>On-screen Show (4:3)</PresentationFormat>
  <Paragraphs>159</Paragraphs>
  <Slides>30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Calibri</vt:lpstr>
      <vt:lpstr>Times New Roman</vt:lpstr>
      <vt:lpstr>DMIHER Theme</vt:lpstr>
      <vt:lpstr>3_Office Theme</vt:lpstr>
      <vt:lpstr>Office Theme</vt:lpstr>
      <vt:lpstr>PowerPoint Presentation</vt:lpstr>
      <vt:lpstr>PowerPoint Presentation</vt:lpstr>
      <vt:lpstr>PowerPoint Presentation</vt:lpstr>
      <vt:lpstr>CONTENTS </vt:lpstr>
      <vt:lpstr>Introduction</vt:lpstr>
      <vt:lpstr>Course Summary</vt:lpstr>
      <vt:lpstr>Key Insights of Week 1</vt:lpstr>
      <vt:lpstr>Key Insights of Week 1</vt:lpstr>
      <vt:lpstr>Key Insights of Week 2</vt:lpstr>
      <vt:lpstr>Key Insights of Week 2</vt:lpstr>
      <vt:lpstr>PowerPoint Presentation</vt:lpstr>
      <vt:lpstr>Key Insights of Week 3</vt:lpstr>
      <vt:lpstr>Key Insights of Week 4</vt:lpstr>
      <vt:lpstr>PowerPoint Presentation</vt:lpstr>
      <vt:lpstr>Key Insights of Week 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Assignment 4</vt:lpstr>
      <vt:lpstr>Assignment 5</vt:lpstr>
      <vt:lpstr>Assignment 6</vt:lpstr>
      <vt:lpstr>Assignment 7</vt:lpstr>
      <vt:lpstr>Assignment 8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Acer</dc:creator>
  <cp:lastModifiedBy>Pawan Chaudhari</cp:lastModifiedBy>
  <cp:revision>6</cp:revision>
  <dcterms:created xsi:type="dcterms:W3CDTF">2006-08-16T00:00:00Z</dcterms:created>
  <dcterms:modified xsi:type="dcterms:W3CDTF">2025-10-31T19:33:29Z</dcterms:modified>
</cp:coreProperties>
</file>